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tags/tag3.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593" r:id="rId2"/>
    <p:sldId id="1708" r:id="rId3"/>
    <p:sldId id="594" r:id="rId4"/>
    <p:sldId id="1704" r:id="rId5"/>
    <p:sldId id="266" r:id="rId6"/>
    <p:sldId id="1705" r:id="rId7"/>
    <p:sldId id="1696" r:id="rId8"/>
    <p:sldId id="1698" r:id="rId9"/>
    <p:sldId id="1706" r:id="rId10"/>
    <p:sldId id="1694" r:id="rId11"/>
    <p:sldId id="1697" r:id="rId12"/>
    <p:sldId id="1701" r:id="rId13"/>
    <p:sldId id="1707" r:id="rId14"/>
    <p:sldId id="1699" r:id="rId15"/>
    <p:sldId id="1700" r:id="rId16"/>
    <p:sldId id="1693" r:id="rId17"/>
    <p:sldId id="1691"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3:17.948"/>
    </inkml:context>
    <inkml:brush xml:id="br0">
      <inkml:brushProperty name="width" value="0.35" units="cm"/>
      <inkml:brushProperty name="height" value="0.35" units="cm"/>
      <inkml:brushProperty name="color" value="#E71224"/>
    </inkml:brush>
  </inkml:definitions>
  <inkml:trace contextRef="#ctx0" brushRef="#br0">1 171 24575,'533'0'0,"-460"2"0,106 19 0,-169-20 0,0 1 0,-1 0 0,1 1 0,0 0 0,9 5 0,-19-7 0,1-1 0,-1 0 0,1 0 0,-1 0 0,1 1 0,-1-1 0,1 0 0,-1 1 0,0-1 0,1 0 0,-1 1 0,1-1 0,-1 0 0,0 1 0,0-1 0,1 1 0,-1-1 0,0 1 0,0-1 0,1 1 0,-1-1 0,0 1 0,0 0 0,-7 6 0,-22 0 0,-15-4 0,-1-2 0,0-2 0,-72-12 0,66 6 0,-62-16 0,90 16 0,1 0 0,0-1 0,0-1 0,1-2 0,-23-13 0,40 21 0,-1 0 0,1-1 0,0 1 0,0-1 0,0 1 0,1-1 0,0-1 0,-1 1 0,1 0 0,-4-8 0,7 10 0,-1 0 0,0 1 0,1-1 0,0 0 0,-1 1 0,1-1 0,0 0 0,-1 0 0,1 0 0,0 1 0,1-1 0,-1 0 0,0 0 0,0 1 0,1-1 0,-1 0 0,1 0 0,-1 1 0,1-1 0,0 1 0,0-1 0,0 0 0,0 1 0,0-1 0,0 1 0,0 0 0,0-1 0,0 1 0,1 0 0,-1 0 0,0 0 0,1 0 0,-1 0 0,1 0 0,1-1 0,6-2 0,0 0 0,-1 1 0,1-1 0,1 2 0,-1-1 0,0 1 0,1 1 0,14-1 0,83 3 0,-65 1 0,103 1 0,200 12 0,-136-8 0,-44-3 0,-18 16 0,-10-1 0,294-12 0,-251-9 0,513 2 0,-2539 0 0,1824 0-151,0 2-1,0 0 0,0 1 0,0 1 1,1 1-1,-1 1 0,1 1 1,-31 15-1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3:21.601"/>
    </inkml:context>
    <inkml:brush xml:id="br0">
      <inkml:brushProperty name="width" value="0.35" units="cm"/>
      <inkml:brushProperty name="height" value="0.35" units="cm"/>
      <inkml:brushProperty name="color" value="#E71224"/>
    </inkml:brush>
  </inkml:definitions>
  <inkml:trace contextRef="#ctx0" brushRef="#br0">654 1 24575,'-654'0'0,"9606"0"0,-8800 12 0,-24-1 0,48 0 0,20 1 0,-80-7 0,1 5 0,184 40 0,-243-39 105,1-2 0,64 0 0,118-8-711,-141-2-468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3:28.263"/>
    </inkml:context>
    <inkml:brush xml:id="br0">
      <inkml:brushProperty name="width" value="0.35" units="cm"/>
      <inkml:brushProperty name="height" value="0.35" units="cm"/>
      <inkml:brushProperty name="color" value="#E71224"/>
    </inkml:brush>
  </inkml:definitions>
  <inkml:trace contextRef="#ctx0" brushRef="#br0">0 333 24575,'1626'0'0,"-1550"-4"0,103-18 0,-148 16 0,-1-2 0,0-2 0,0 0 0,52-28 0,-11 5 0,-51 26 0,1 0 0,0 1 0,0 1 0,27-3 0,92-2 0,-48 4 0,-23 1 0,-21 2 0,83-15 0,-66 2 0,-24 5 0,0 2 0,0 2 0,42-2 0,85 9 0,-94 1 0,-49 1 0,0 1 0,0 1 0,0 1 0,-1 2 0,23 8 0,-21-6 0,1-1 0,-1-2 0,54 7 0,-52-10 0,0 1 0,0 2 0,42 14 0,-36-10 0,53 10 0,-2-13 0,153-6 0,-121-3 0,-98 2 0,27-1 0,0 2 0,0 1 0,65 14 0,-57-6 0,108 7 0,57-14 0,-214-3 0,21 0 0,0 2 0,-1 0 0,1 2 0,29 9 0,92 38 0,-117-40 0,1-1 0,63 11 0,64-2 0,291-12 0,-265-9 0,661 2 0,-831-1 0,0 0 0,-1-1 0,1 0 0,0-1 0,25-10 0,-9 1 0,41-23 0,-64 31 0,0-1 0,0 1 0,-1-1 0,1 0 0,-1 0 0,0-1 0,-1 0 0,1 0 0,-1 0 0,0-1 0,6-12 0,-6 9 0,-1 0 0,-1 0 0,1 0 0,-2-1 0,1 0 0,-1 1 0,-1-1 0,0-14 0,-3-97-274,1 97-817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3:29.900"/>
    </inkml:context>
    <inkml:brush xml:id="br0">
      <inkml:brushProperty name="width" value="0.35" units="cm"/>
      <inkml:brushProperty name="height" value="0.35" units="cm"/>
      <inkml:brushProperty name="color" value="#E71224"/>
    </inkml:brush>
  </inkml:definitions>
  <inkml:trace contextRef="#ctx0" brushRef="#br0">0 1 24575,'4'0'0,"9"0"0,11 0 0,4 0 0,7 0 0,0 0 0,2 0 0,0 0 0,0 0 0,-1 0 0,9 0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3:37.526"/>
    </inkml:context>
    <inkml:brush xml:id="br0">
      <inkml:brushProperty name="width" value="0.35" units="cm"/>
      <inkml:brushProperty name="height" value="0.35" units="cm"/>
      <inkml:brushProperty name="color" value="#FFFFFF"/>
    </inkml:brush>
  </inkml:definitions>
  <inkml:trace contextRef="#ctx0" brushRef="#br0">1 448 24575,'43'0'0,"124"-4"0,-144 1 0,1 0 0,-1-1 0,0-2 0,43-15 0,-45 9 0,-18 5 0,-12 1 0,-67-11 0,41 10 0,-37-13 0,62 17 0,0-1 0,1 0 0,-1-1 0,1 0 0,0 0 0,0-1 0,1 0 0,-10-9 0,16 13 0,-1-1 0,1 1 0,0-1 0,0 1 0,0-1 0,0 0 0,0 0 0,0 0 0,1 0 0,0 0 0,-1 0 0,1-1 0,0 1 0,1 0 0,-1-1 0,0 1 0,1 0 0,0-1 0,0 1 0,0-1 0,0 1 0,1-4 0,0 3 0,1 1 0,-1-1 0,1 1 0,-1 0 0,1 0 0,0 0 0,0 0 0,0 0 0,1 0 0,-1 0 0,1 1 0,-1-1 0,1 1 0,0 0 0,0 0 0,0 0 0,0 0 0,0 0 0,1 1 0,5-3 0,10-1 0,1 0 0,1 1 0,-1 2 0,1 0 0,-1 1 0,28 2 0,47-4 0,-84 2 0,9-1 0,0-1 0,0 0 0,20-7 0,-36 9 0,0 0 0,-1 0 0,1-1 0,0 1 0,-1-1 0,1 0 0,-1 0 0,0 0 0,0 0 0,0-1 0,0 1 0,0-1 0,0 0 0,-1 0 0,1 0 0,-1 0 0,0 0 0,0 0 0,0-1 0,0 1 0,0-1 0,1-5 0,-3 8 0,0 0 0,0-1 0,0 1 0,0-1 0,0 1 0,0-1 0,0 1 0,0 0 0,-1-1 0,1 1 0,-1-1 0,1 1 0,-1 0 0,1-1 0,-1 1 0,0 0 0,0 0 0,1 0 0,-1-1 0,0 1 0,0 0 0,0 0 0,0 0 0,0 1 0,-1-1 0,1 0 0,0 0 0,0 0 0,-1 1 0,1-1 0,0 1 0,-3-1 0,-4-2 0,1 1 0,-1 0 0,0 0 0,-11-1 0,-54 1-1365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3:43.638"/>
    </inkml:context>
    <inkml:brush xml:id="br0">
      <inkml:brushProperty name="width" value="0.35" units="cm"/>
      <inkml:brushProperty name="height" value="0.35" units="cm"/>
      <inkml:brushProperty name="color" value="#FFFFFF"/>
    </inkml:brush>
  </inkml:definitions>
  <inkml:trace contextRef="#ctx0" brushRef="#br0">1 468 24575,'0'1'0,"0"-1"0,0 1 0,0 0 0,0-1 0,0 1 0,1 0 0,-1-1 0,0 1 0,0-1 0,1 1 0,-1 0 0,0-1 0,1 1 0,-1-1 0,1 1 0,-1-1 0,1 1 0,-1-1 0,1 0 0,-1 1 0,1-1 0,-1 0 0,1 1 0,0-1 0,-1 0 0,1 1 0,0-1 0,22 5 0,78 2 0,128-7 0,-96-2 0,248 2 0,-353-2 0,0-1 0,-1-1 0,40-11 0,-34 7 0,56-7 0,-72 12 0,1 0 0,-1-1 0,-1-1 0,1-1 0,-1-1 0,26-13 0,10-5 0,1 2 0,-13 5 0,0 2 0,67-17 0,-97 29 0,-26 4 0,13 0 0,-814 4 0,574-4 0,517-15 0,-227 11 0,-32 4 0,1-1 0,-1 0 0,0-2 0,0 0 0,0 0 0,-1-1 0,1-1 0,14-7 0,20-14 0,77-29 0,-121 53 0,-1 0 0,1 0 0,-1 0 0,0 0 0,0-1 0,0 1 0,6-7 0,-9 9 0,-1 0 0,0-1 0,1 1 0,-1 0 0,0-1 0,0 1 0,1 0 0,-1-1 0,0 1 0,0 0 0,0-1 0,1 1 0,-1-1 0,0 1 0,0-1 0,0 1 0,0 0 0,0-1 0,0 1 0,0-1 0,0 1 0,0-1 0,0 1 0,0 0 0,0-1 0,0 1 0,0-1 0,-1 1 0,1-1 0,0 1 0,0 0 0,-1-1 0,0 0 0,-1 0 0,1 0 0,-1 0 0,1 0 0,-1 0 0,0 0 0,1 0 0,-1 1 0,0-1 0,0 1 0,1-1 0,-5 0 0,-53-5 0,0 1 0,-96 6 0,75 1 0,-33 0 0,-224-3 0,334 1 0,-5 0 0,-1-1 0,1 1 0,-1-2 0,1 1 0,-11-4 0,19 5 0,0 0 0,0 0 0,0 0 0,0 0 0,0 0 0,0 0 0,0 0 0,-1 0 0,1 0 0,0 0 0,0 0 0,0 0 0,0 0 0,0 0 0,0 0 0,0 0 0,0 0 0,-1 0 0,1 0 0,0 0 0,0 0 0,0 0 0,0 0 0,0 0 0,0-1 0,0 1 0,0 0 0,0 0 0,0 0 0,0 0 0,-1 0 0,1 0 0,0 0 0,0 0 0,0 0 0,0-1 0,0 1 0,0 0 0,0 0 0,0 0 0,0 0 0,0 0 0,0 0 0,0 0 0,0-1 0,0 1 0,0 0 0,0 0 0,0 0 0,0 0 0,0 0 0,0 0 0,1 0 0,-1-1 0,0 1 0,0 0 0,0 0 0,0 0 0,0 0 0,10-4 0,14 0 0,26 1 0,-18 1 0,1-1 0,45-10 0,-6-4 0,1 3 0,0 4 0,0 3 0,76 2 0,1347 8 156,-826-4-1677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3:49.485"/>
    </inkml:context>
    <inkml:brush xml:id="br0">
      <inkml:brushProperty name="width" value="0.35" units="cm"/>
      <inkml:brushProperty name="height" value="0.35" units="cm"/>
      <inkml:brushProperty name="color" value="#FFFFFF"/>
    </inkml:brush>
  </inkml:definitions>
  <inkml:trace contextRef="#ctx0" brushRef="#br0">0 283 24575,'1251'0'0,"-1103"11"0,-12 1 0,-25-12 0,-130 0 0,-33 0 0,0-1 0,0-3 0,-102-21 0,89 6 0,26 7 0,-1 2 0,0 1 0,-62-5 0,-256 13 0,161 3 0,128-1 0,-87-3 0,132-1 0,25 3 0,-1-1 0,0 1 0,0 0 0,0 0 0,0 0 0,0 0 0,0 0 0,0 0 0,1 0 0,-1 0 0,0 0 0,0-1 0,0 1 0,0 0 0,0 0 0,0 0 0,0 0 0,0 0 0,0 0 0,0-1 0,0 1 0,0 0 0,0 0 0,0 0 0,0 0 0,0 0 0,0-1 0,0 1 0,0 0 0,0 0 0,0 0 0,0 0 0,0 0 0,0-1 0,0 1 0,0 0 0,0 0 0,0 0 0,0 0 0,0 0 0,0 0 0,-1-1 0,1 1 0,0 0 0,0 0 0,0 0 0,0 0 0,0 0 0,0 0 0,0 0 0,-1 0 0,1 0 0,0 0 0,0 0 0,0 0 0,0 0 0,0-1 0,-1 1 0,1 0 0,0 0 0,0 0 0,0 0 0,0 0 0,0 0 0,-1 0 0,1 0 0,0 1 0,13-5 0,34-2 0,75 2 0,-71 3 0,64-7 0,-6-9 0,200-5 0,-309 22 0,11 1 0,-1-1 0,0-1 0,1 0 0,14-3 0,-23 3 0,0 1 0,0-1 0,1 0 0,-1 0 0,0 0 0,0 0 0,0 0 0,0 0 0,-1 0 0,1-1 0,0 1 0,0-1 0,-1 1 0,1-1 0,-1 0 0,1 0 0,-1 1 0,0-1 0,0 0 0,0 0 0,0 0 0,0 0 0,0-1 0,0 1 0,-1 0 0,1-3 0,-1 3 0,0 0 0,1 1 0,-1-1 0,-1 0 0,1 0 0,0 1 0,0-1 0,-1 0 0,1 0 0,-1 1 0,1-1 0,-1 1 0,0-1 0,1 0 0,-1 1 0,0-1 0,0 1 0,-1-2 0,-1 0 0,0 0 0,0 1 0,0-1 0,0 1 0,-1 0 0,1 0 0,-7-3 0,-3-1 0,-1 1 0,0 1 0,-21-4 0,-29 0 0,0 3 0,-111 4 0,139 2 0,354 1 0,-228-2 0,132 18 0,-77-2 0,236-3 0,87-14 0,-434 3 0,-1 1 0,0 2 0,34 10 0,-31-7 0,1-1 0,41 2 0,44-9 0,-64-1 0,86 9 0,-35 5 0,50 7 0,-35 1 0,1-5 0,172 0 0,380-18 0,-645 4 0,1 1 0,59 15 0,-54-10 0,65 6 0,294-11 0,-211-5 0,-143 4 0,0 3 0,59 12 0,53 6 0,13-22 0,-6 0 0,-132 1 0,1 1 0,-1 1 0,38 12 0,142 29 0,-119-28 0,-33-6 0,76 6 0,238-15 0,-185-4 0,1851 2 0,-1857 12 0,-27-1 0,148-9 145,-171-3-1655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3:59.089"/>
    </inkml:context>
    <inkml:brush xml:id="br0">
      <inkml:brushProperty name="width" value="0.35" units="cm"/>
      <inkml:brushProperty name="height" value="0.35" units="cm"/>
      <inkml:brushProperty name="color" value="#FFFFFF"/>
    </inkml:brush>
  </inkml:definitions>
  <inkml:trace contextRef="#ctx0" brushRef="#br0">284 515 24575,'14'0'0,"-3"0"0,-17 0 0,-8 1 0,1 1 0,0 0 0,-1 1 0,-21 9 0,-24 4 0,-84 4 0,132-20 0,10-2 0,21-4 0,61-5 0,0 3 0,95 4 0,-92 4 0,980-4-944,-767 5 813,-258-1 131,10 1 0,56-7 0,-91 4 0,0 0 0,0-1 0,0-1 0,0 0 0,-1 0 0,0-2 0,0 0 0,19-11 0,-12 4 154,1 0-1,0 2 1,0 1-1,1 0 1,1 2 0,43-11-1,15 2-153,1 3 0,129-5 0,-191 19 0,254-19 0,-182 6 0,159-2 0,-196 17 0,-24-1 0,0 0 0,0-2 0,0-2 0,43-8 0,2-7 0,1 3 0,1 3 0,129-3 0,493 18 0,-659-2 0,-41-1 0,0 0 0,0 1 0,0-1 0,-1 0 0,1 0 0,0 0 0,0 0 0,0 0 0,0 1 0,0-1 0,0 0 0,-1 0 0,1 0 0,0 0 0,0 1 0,0-1 0,0 0 0,0 0 0,0 0 0,0 1 0,0-1 0,0 0 0,0 0 0,0 0 0,0 1 0,0-1 0,0 0 0,0 0 0,0 0 0,0 1 0,0-1 0,0 0 0,0 0 0,0 0 0,0 0 0,0 1 0,1-1 0,-1 0 0,0 0 0,0 0 0,0 0 0,0 1 0,0-1 0,1 0 0,-1 0 0,0 0 0,0 0 0,0 0 0,0 0 0,1 0 0,-1 1 0,0-1 0,0 0 0,0 0 0,0 0 0,1 0 0,-1 0 0,0 0 0,0 0 0,0 0 0,1 0 0,-1 0 0,0 0 0,0 0 0,0 0 0,1 0 0,-1 0 0,-8 5 0,0 0 0,-1 0 0,0-1 0,1 0 0,-2-1 0,-15 5 0,14-5 0,-509 154 0,230-55 0,143-48 0,7-17 0,46-14 0,60-16 0,-53 7 0,54-11 0,-42 12 0,93-11 0,21-1 0,40-4 0,0-4 0,91-17 0,159-46 0,-274 56 0,4 0 0,111-6 0,55 15 0,-118 4 0,139-17 0,-187 5 0,74-24 0,-47 12 0,97-23 0,258-71 0,-297 79 0,-83 24 0,-13 3 0,0 3 0,83-3 0,101 12 0,-127 1 0,-15-1 0,-738 13 0,-67-4 0,504-10 0,180 2 0,-1 1 0,1 2 0,-48 13 0,7-1 0,14-8 0,0-2 0,-59-2 0,-3 0 0,-65 18 0,53-6 0,100-14 0,32-3 0,-1 0 0,1 0 0,0 0 0,-1 0 0,1 0 0,0 0 0,-1 0 0,1 0 0,0 0 0,-1 0 0,1 0 0,0 0 0,-1 0 0,1-1 0,0 1 0,-1 0 0,1 0 0,0 0 0,0 0 0,-1 0 0,1-1 0,0 1 0,0 0 0,-1 0 0,1-1 0,0 1 0,0 0 0,-1 0 0,1-1 0,0 1 0,0 0 0,0 0 0,0-1 0,0 1 0,-1 0 0,1-1 0,0 1 0,0 0 0,0-1 0,0 1 0,0 0 0,0-1 0,0 1 0,0-1 0,8-13 0,-7 12 0,7-8 0,0 0 0,0 1 0,1 0 0,0 0 0,0 1 0,1 0 0,0 1 0,1 0 0,15-7 0,15-5 0,53-18 0,118-21 0,-121 36 0,-17 5 0,0 3 0,2 4 0,-1 3 0,85 2 0,790 8 0,-653-3 0,-1793 0 0,2263 0 0,-731-2 0,1-2 0,61-14 0,-58 10 0,78-7 0,-66 14 0,-29 2 0,0-2 0,1 0 0,24-6 0,-37 3 0,-14 1 0,-20 0 0,-429-2 0,242 7 0,83-2-1365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4:02.645"/>
    </inkml:context>
    <inkml:brush xml:id="br0">
      <inkml:brushProperty name="width" value="0.35" units="cm"/>
      <inkml:brushProperty name="height" value="0.35" units="cm"/>
      <inkml:brushProperty name="color" value="#FFFFFF"/>
    </inkml:brush>
  </inkml:definitions>
  <inkml:trace contextRef="#ctx0" brushRef="#br0">287 74 24575,'-2'1'0,"-1"-1"0,1 1 0,-1 0 0,1 0 0,0 0 0,-1 0 0,1 0 0,0 0 0,-4 3 0,-4 3 0,-7 1 0,-1 0 0,1-2 0,-1 0 0,0-1 0,-20 3 0,-86 5 0,539-17 0,-230 5 0,-133-2 0,-13 0 0,44 5 0,-78-3 0,1 0 0,0 0 0,-1 1 0,1-1 0,-1 2 0,1-1 0,-1 0 0,0 1 0,0 0 0,9 7 0,-12-8 0,0-1 0,0 1 0,0 0 0,-1 0 0,1 0 0,0 0 0,-1 0 0,1 1 0,-1-1 0,0 0 0,0 1 0,0-1 0,0 0 0,0 1 0,0 0 0,-1-1 0,1 1 0,-1-1 0,0 1 0,0 0 0,0-1 0,0 1 0,0-1 0,0 1 0,-1 0 0,0-1 0,0 4 0,-3 3 0,-1 0 0,0 0 0,0 0 0,0-1 0,-1 1 0,-1-2 0,-9 12 0,-58 48 0,69-64 0,-20 18 0,-55 34 0,67-48 0,0 0 0,0 0 0,-1-1 0,0-1 0,-1-1 0,-19 5 0,33-9 0,1 0 0,-1 0 0,0 1 0,1-1 0,-1 0 0,0 0 0,1 0 0,-1 0 0,0 0 0,1 0 0,-1 0 0,0 0 0,0 0 0,1 0 0,-1 0 0,0 0 0,1 0 0,-1 0 0,1-1 0,-1 1 0,0 0 0,1-1 0,-1 1 0,1 0 0,-1-1 0,0 1 0,1-1 0,-1 1 0,1-1 0,-1 1 0,0-1 0,2-1 0,-1 1 0,0 0 0,1 0 0,-1 0 0,1 0 0,-1 0 0,1 0 0,0 0 0,-1 0 0,1 0 0,0 0 0,0 0 0,0 0 0,0 0 0,0 1 0,-1-1 0,1 0 0,1 1 0,1-2 0,20-10 0,1 0 0,0 2 0,1 0 0,0 2 0,36-7 0,5-3 0,239-51 0,-218 54 0,133-40 0,-75-2 0,1-2 0,-121 51 0,0 1 0,1 1 0,-1 1 0,29-1 0,140 7 0,21-3 0,246-46 0,-374 39 0,112-20 0,-141 18 0,0 2 0,74 0 0,119 10 0,-95 1 0,145-2-1365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4:04.538"/>
    </inkml:context>
    <inkml:brush xml:id="br0">
      <inkml:brushProperty name="width" value="0.35" units="cm"/>
      <inkml:brushProperty name="height" value="0.35" units="cm"/>
      <inkml:brushProperty name="color" value="#FFFFFF"/>
    </inkml:brush>
  </inkml:definitions>
  <inkml:trace contextRef="#ctx0" brushRef="#br0">0 328 24575,'1'-1'0,"-1"0"0,1-1 0,-1 1 0,1 0 0,0 0 0,-1 0 0,1 0 0,0 0 0,0-1 0,0 2 0,-1-1 0,1 0 0,0 0 0,1 0 0,-1 0 0,0 0 0,0 1 0,0-1 0,2 0 0,2-2 0,13-8 0,1 2 0,1 0 0,-1 1 0,1 1 0,1 1 0,26-5 0,53-17 0,-19-7 0,-49 20 0,53-18 0,-25 18 0,123-15 0,66 14 0,-196 15 0,-24 1 0,0-1 0,0-2 0,0 0 0,30-9 0,-19 3 0,0 2 0,1 1 0,57 0 0,-81 5 0,103-9 0,53-2 0,1094 13-1365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4:07.242"/>
    </inkml:context>
    <inkml:brush xml:id="br0">
      <inkml:brushProperty name="width" value="0.35" units="cm"/>
      <inkml:brushProperty name="height" value="0.35" units="cm"/>
      <inkml:brushProperty name="color" value="#FFFFFF"/>
    </inkml:brush>
  </inkml:definitions>
  <inkml:trace contextRef="#ctx0" brushRef="#br0">125 287 24575,'2073'0'0,"-2026"-3"0,-1-3 0,1-1 0,-2-2 0,47-16 0,-2 2 0,-48 13 0,105-29 0,-132 33 0,0 0 0,0-1 0,0 0 0,-1-1 0,0-1 0,25-20 0,-37 28 0,0 0 0,-1-1 0,1 1 0,-1-1 0,0 1 0,1-1 0,-1 1 0,0-1 0,0 0 0,0 0 0,0 1 0,0-1 0,-1 0 0,1 0 0,-1 0 0,1-3 0,-1 4 0,0-1 0,0 1 0,0 0 0,-1 0 0,1 0 0,0-1 0,-1 1 0,1 0 0,-1 0 0,1 0 0,-1 0 0,0 0 0,1 0 0,-1 0 0,0 0 0,0 0 0,0 0 0,0 0 0,0 0 0,-1 0 0,-4-3 0,-1 1 0,1 0 0,-1 0 0,0 0 0,0 1 0,0 0 0,-14-2 0,-67-5 0,0 4 0,-104 7 0,93 0 0,-1549 2 134,944-5-1633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4:09.753"/>
    </inkml:context>
    <inkml:brush xml:id="br0">
      <inkml:brushProperty name="width" value="0.35" units="cm"/>
      <inkml:brushProperty name="height" value="0.35" units="cm"/>
      <inkml:brushProperty name="color" value="#FFFFFF"/>
    </inkml:brush>
  </inkml:definitions>
  <inkml:trace contextRef="#ctx0" brushRef="#br0">1 189 24575,'5'-5'0,"0"1"0,1 0 0,0 1 0,0 0 0,0-1 0,0 2 0,0-1 0,12-3 0,-5 2 0,44-14 0,114-20 0,61 8 0,-48 15 0,62-8 0,-133 9 0,215 1 0,457 15 158,-432-3-1681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4:12.759"/>
    </inkml:context>
    <inkml:brush xml:id="br0">
      <inkml:brushProperty name="width" value="0.35" units="cm"/>
      <inkml:brushProperty name="height" value="0.35" units="cm"/>
      <inkml:brushProperty name="color" value="#FFFFFF"/>
    </inkml:brush>
  </inkml:definitions>
  <inkml:trace contextRef="#ctx0" brushRef="#br0">8890 0 24575,'-551'0'0,"501"3"0,-1 2 0,-61 14 0,17-2 0,61-11 0,-1 1 0,-59 22 0,34-6 0,-2-3 0,-104 20 0,110-32 0,11-2 0,-66 18 0,54-11 0,0-3 0,-1-2 0,-62 0 0,75-5 0,-594 6 0,390-11 0,-8 2 0,236 2 0,1 0 0,-1 1 0,1 1 0,-21 7 0,15-4 0,-48 7 0,-275-6 0,-24 2 0,224-3 0,26-2 0,88-1 0,-45 12 0,-25 4 0,-253-13 0,215-9 0,-2497 2 0,2382-17 0,188 10 0,-15-2 0,-119-6 0,157 12 0,-89-17 0,-16-2 0,-94 20 156,137 3-1677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4:17.350"/>
    </inkml:context>
    <inkml:brush xml:id="br0">
      <inkml:brushProperty name="width" value="0.35" units="cm"/>
      <inkml:brushProperty name="height" value="0.35" units="cm"/>
      <inkml:brushProperty name="color" value="#FFFFFF"/>
    </inkml:brush>
  </inkml:definitions>
  <inkml:trace contextRef="#ctx0" brushRef="#br0">0 73 24575,'7378'0'0,"-7241"-12"0,-23 0 0,-87 10 0,1-2 0,45-13 0,-43 10 0,-1 0 0,34-2 0,259 6 0,-165 6 0,82-3-1365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44:59.848"/>
    </inkml:context>
    <inkml:brush xml:id="br0">
      <inkml:brushProperty name="width" value="0.35" units="cm"/>
      <inkml:brushProperty name="height" value="0.35" units="cm"/>
      <inkml:brushProperty name="color" value="#FFFFFF"/>
    </inkml:brush>
  </inkml:definitions>
  <inkml:trace contextRef="#ctx0" brushRef="#br0">0 0 24575,'4'0'0,"21"8"0,15 2 0,3 0 0,11-1 0,1-4 0,10-1 0,2-2 0,9-2 0,1 0 0,-3 0 0,-8 0 0,-9-1 0,-5 1 0,-8 0 0,-3-1 0,-5 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07:54:29.794"/>
    </inkml:context>
    <inkml:brush xml:id="br0">
      <inkml:brushProperty name="width" value="0.35" units="cm"/>
      <inkml:brushProperty name="height" value="0.35" units="cm"/>
      <inkml:brushProperty name="color" value="#FFFFFF"/>
    </inkml:brush>
  </inkml:definitions>
  <inkml:trace contextRef="#ctx0" brushRef="#br0">214 3 24575,'-43'-1'0,"17"0"0,0 1 0,-41 6 0,67-6 0,0-1 0,-1 1 0,1 0 0,0 0 0,-1 0 0,1 0 0,0 0 0,-1 0 0,1 0 0,0 0 0,-1 0 0,1 0 0,0 1 0,-1-1 0,1 0 0,0 0 0,0 0 0,-1 0 0,1 0 0,0 1 0,-1-1 0,1 0 0,0 0 0,0 0 0,0 1 0,-1-1 0,1 0 0,0 0 0,0 1 0,0-1 0,-1 0 0,1 0 0,0 1 0,0-1 0,0 0 0,0 1 0,0-1 0,0 0 0,0 1 0,0-1 0,13 10 0,36 8 0,-41-16 0,61 14 0,-50-12 0,-1-1 0,21 9 0,-36-11 0,0 0 0,-1 0 0,1 1 0,-1-1 0,1 1 0,-1-1 0,0 1 0,1 0 0,-1 0 0,0 0 0,0 0 0,2 3 0,-4-4 0,1 0 0,-1 0 0,1-1 0,-1 1 0,0 0 0,0 0 0,1 0 0,-1 0 0,0 0 0,0 0 0,0 0 0,0 0 0,0 0 0,0 0 0,0 0 0,0 0 0,0 0 0,-1 0 0,1 0 0,0 0 0,-1 0 0,1 0 0,0 0 0,-1 0 0,1 0 0,-1-1 0,0 1 0,1 0 0,-1 0 0,0-1 0,1 1 0,-1 0 0,0-1 0,0 1 0,1 0 0,-3 0 0,-11 7 0,0-1 0,0 0 0,0-1 0,-31 8 0,22-7 0,-4 1-341,-1-2 0,1 0-1,-47 2 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11:49:28.316"/>
    </inkml:context>
    <inkml:brush xml:id="br0">
      <inkml:brushProperty name="width" value="0.35" units="cm"/>
      <inkml:brushProperty name="height" value="0.35" units="cm"/>
    </inkml:brush>
  </inkml:definitions>
  <inkml:trace contextRef="#ctx0" brushRef="#br0">0 36 24575,'708'0'0,"-671"-2"0,41-7 0,29-1 0,201-5-1365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2T11:49:43.209"/>
    </inkml:context>
    <inkml:brush xml:id="br0">
      <inkml:brushProperty name="width" value="0.35" units="cm"/>
      <inkml:brushProperty name="height" value="0.35" units="cm"/>
    </inkml:brush>
  </inkml:definitions>
  <inkml:trace contextRef="#ctx0" brushRef="#br0">3 0 24575,'-2'1'0,"6"0"0,16 4 0,30 4 0,-12-6 0,-12-1 0,1 1 0,40 10 0,-27-5 0,0-1 0,1-2 0,-1-2 0,71-3 0,25 1 0,-38 9 0,26 0 0,595-8 214,-350-4-1793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F758A8-A3D6-4714-BBE4-9F33ED57F75B}" type="datetimeFigureOut">
              <a:rPr lang="zh-CN" altLang="en-US" smtClean="0"/>
              <a:t>2023/12/27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3083E8-D70E-467A-B59A-9D14F37B0C91}" type="slidenum">
              <a:rPr lang="zh-CN" altLang="en-US" smtClean="0"/>
              <a:t>‹#›</a:t>
            </a:fld>
            <a:endParaRPr lang="zh-CN" altLang="en-US"/>
          </a:p>
        </p:txBody>
      </p:sp>
    </p:spTree>
    <p:extLst>
      <p:ext uri="{BB962C8B-B14F-4D97-AF65-F5344CB8AC3E}">
        <p14:creationId xmlns:p14="http://schemas.microsoft.com/office/powerpoint/2010/main" val="2037989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2</a:t>
            </a:fld>
            <a:endParaRPr lang="zh-CN" altLang="en-US"/>
          </a:p>
        </p:txBody>
      </p:sp>
    </p:spTree>
    <p:extLst>
      <p:ext uri="{BB962C8B-B14F-4D97-AF65-F5344CB8AC3E}">
        <p14:creationId xmlns:p14="http://schemas.microsoft.com/office/powerpoint/2010/main" val="333196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3</a:t>
            </a:fld>
            <a:endParaRPr lang="zh-CN" altLang="en-US"/>
          </a:p>
        </p:txBody>
      </p:sp>
    </p:spTree>
    <p:extLst>
      <p:ext uri="{BB962C8B-B14F-4D97-AF65-F5344CB8AC3E}">
        <p14:creationId xmlns:p14="http://schemas.microsoft.com/office/powerpoint/2010/main" val="218247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9e4fc18a-776a-483e-a5d1-882e11c5a174.source.default.zh-Hans</a:t>
            </a:r>
            <a:endParaRPr lang="zh-CN" altLang="en-US"/>
          </a:p>
        </p:txBody>
      </p:sp>
      <p:sp>
        <p:nvSpPr>
          <p:cNvPr id="4" name="灯片编号占位符 3"/>
          <p:cNvSpPr>
            <a:spLocks noGrp="1"/>
          </p:cNvSpPr>
          <p:nvPr>
            <p:ph type="sldNum" sz="quarter" idx="5"/>
          </p:nvPr>
        </p:nvSpPr>
        <p:spPr/>
        <p:txBody>
          <a:bodyPr/>
          <a:lstStyle/>
          <a:p>
            <a:fld id="{A3ED8765-8EF3-408C-9341-152904E414ED}" type="slidenum">
              <a:rPr lang="zh-CN" altLang="en-US" smtClean="0"/>
              <a:t>17</a:t>
            </a:fld>
            <a:endParaRPr lang="zh-CN" altLang="en-US"/>
          </a:p>
        </p:txBody>
      </p:sp>
    </p:spTree>
    <p:extLst>
      <p:ext uri="{BB962C8B-B14F-4D97-AF65-F5344CB8AC3E}">
        <p14:creationId xmlns:p14="http://schemas.microsoft.com/office/powerpoint/2010/main" val="1168240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B5AA50-F5DC-A94C-87FC-89E45911C96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653E18B-F4EB-B705-5AA3-2DF2C105C7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FA13F4B-103E-5635-7F09-29D2342A28EF}"/>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5" name="页脚占位符 4">
            <a:extLst>
              <a:ext uri="{FF2B5EF4-FFF2-40B4-BE49-F238E27FC236}">
                <a16:creationId xmlns:a16="http://schemas.microsoft.com/office/drawing/2014/main" id="{5066D43B-1392-D311-0C1D-E8F40059C21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B6DF23-DB1E-7158-8C85-8E0419E0922F}"/>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4025009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259CEE-5039-707C-9C3D-AC0A51FAB99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9AD720F-8FFF-978A-AEF1-2252A40605A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1494509-A6DB-EE67-8AFA-1EA3D2BBB8FF}"/>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5" name="页脚占位符 4">
            <a:extLst>
              <a:ext uri="{FF2B5EF4-FFF2-40B4-BE49-F238E27FC236}">
                <a16:creationId xmlns:a16="http://schemas.microsoft.com/office/drawing/2014/main" id="{484ABC47-755E-3E06-2075-9D0A0B31FB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5B43646-73CF-1E37-A7CB-CD7062272960}"/>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2185968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32A71-D3AB-9ED0-A7AC-22E3E774F65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2F52D35-865B-44FC-DBC0-78C6773B15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2FC94DF-4B36-5D63-6DF9-545278D94B16}"/>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5" name="页脚占位符 4">
            <a:extLst>
              <a:ext uri="{FF2B5EF4-FFF2-40B4-BE49-F238E27FC236}">
                <a16:creationId xmlns:a16="http://schemas.microsoft.com/office/drawing/2014/main" id="{1F0193BD-F3A3-1D3B-D8CF-EA0EB258D72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3291152-7D81-CDFD-6A47-42EA4881DF8A}"/>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3316726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6C3AF2-0412-207F-F40B-CE8981AD26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75AB866-74F5-5177-E8C3-3002817318E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7AF4B68-E56B-FACD-68CD-B226B8574C9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9943A17-65E8-6B90-1956-B7F6A2E7A961}"/>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6" name="页脚占位符 5">
            <a:extLst>
              <a:ext uri="{FF2B5EF4-FFF2-40B4-BE49-F238E27FC236}">
                <a16:creationId xmlns:a16="http://schemas.microsoft.com/office/drawing/2014/main" id="{0EC12EC8-33BD-61E8-19E5-095843411C6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DD4C090-5F72-AA57-B2EA-F0279D5A6F67}"/>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661859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BEEB6-1EF2-C29D-1504-5BB9B622EE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41966BD-C560-22E9-E707-E7146C248D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1889CCA-AFBA-0E3D-5A75-648C54A66F3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0513E72-DC08-092D-F5E3-5279670913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5E19AEB-81B5-D488-9CDE-A87CF72F6F0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4E9E0EB-90DE-1EED-B7E9-FF8497D1E9BD}"/>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8" name="页脚占位符 7">
            <a:extLst>
              <a:ext uri="{FF2B5EF4-FFF2-40B4-BE49-F238E27FC236}">
                <a16:creationId xmlns:a16="http://schemas.microsoft.com/office/drawing/2014/main" id="{006DE29E-33E4-ECDF-7038-69B2A700995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6AE9D20-A2FC-7C4C-DCAD-6F254E4B766D}"/>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4187298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66772A-F84F-4532-CDAD-31B582DE392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9441BC5-BF73-BE15-217F-40E4AAED2B49}"/>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4" name="页脚占位符 3">
            <a:extLst>
              <a:ext uri="{FF2B5EF4-FFF2-40B4-BE49-F238E27FC236}">
                <a16:creationId xmlns:a16="http://schemas.microsoft.com/office/drawing/2014/main" id="{B28E28B1-A2B8-F2EB-9C1C-9A352CAD2AC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41F81DB-C55B-9081-9AFA-12FA44506B56}"/>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3711861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D5A06A1-800D-B5B8-AEE8-842C15FFB4FC}"/>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3" name="页脚占位符 2">
            <a:extLst>
              <a:ext uri="{FF2B5EF4-FFF2-40B4-BE49-F238E27FC236}">
                <a16:creationId xmlns:a16="http://schemas.microsoft.com/office/drawing/2014/main" id="{84BCA807-40D2-EAD0-D83F-D70AF1DF569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35CB34A-1CE1-CD43-ADA8-E68081AA9610}"/>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3726645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22BA00-2A75-8FE0-9F98-E79F9A9A03E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2DF2D14-00ED-F002-2152-124374A802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AAC6448-500F-2488-D4EB-78C4237D47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BEA7392-31F8-3CBF-21BD-5EE6F1DDA5D1}"/>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6" name="页脚占位符 5">
            <a:extLst>
              <a:ext uri="{FF2B5EF4-FFF2-40B4-BE49-F238E27FC236}">
                <a16:creationId xmlns:a16="http://schemas.microsoft.com/office/drawing/2014/main" id="{CB0831B1-98AD-A79C-DBCB-D8E6654F899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1AF26F4-89BB-5CDF-9614-4A086850FC9E}"/>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2367150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06385D-3963-BA32-6BCB-14992669B2D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9D877FF-80B9-6341-69FE-ECF366DC8B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6BDDC98-E7C4-96E6-A3F2-7978A69BB6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AF7C1C5-B6CA-DC4C-B6C3-EE70C49CD32F}"/>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6" name="页脚占位符 5">
            <a:extLst>
              <a:ext uri="{FF2B5EF4-FFF2-40B4-BE49-F238E27FC236}">
                <a16:creationId xmlns:a16="http://schemas.microsoft.com/office/drawing/2014/main" id="{906F768A-BF23-1F9D-06A3-1E45535B9C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F4DD4F-78C1-0982-96FF-E87D827B8D60}"/>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2193193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509C86-DBCF-8D43-54C7-5475A74F2BB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D6D679-1669-70BD-4AFD-0D37B3C4861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6693D1D-BB3A-FD7E-E5B6-08D891AC579A}"/>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5" name="页脚占位符 4">
            <a:extLst>
              <a:ext uri="{FF2B5EF4-FFF2-40B4-BE49-F238E27FC236}">
                <a16:creationId xmlns:a16="http://schemas.microsoft.com/office/drawing/2014/main" id="{4E487539-DAFF-9008-D48C-8882D576240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31EBCFE-D774-DF6D-B9DB-CEB8030313E8}"/>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3520588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FC57332-6FBB-5DC5-9FE7-A23456E8D9E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C0493F2-124E-B350-0935-68962E4F881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CCD5FB-75EF-498E-EDC7-F6FBC6D1511C}"/>
              </a:ext>
            </a:extLst>
          </p:cNvPr>
          <p:cNvSpPr>
            <a:spLocks noGrp="1"/>
          </p:cNvSpPr>
          <p:nvPr>
            <p:ph type="dt" sz="half" idx="10"/>
          </p:nvPr>
        </p:nvSpPr>
        <p:spPr/>
        <p:txBody>
          <a:bodyPr/>
          <a:lstStyle/>
          <a:p>
            <a:fld id="{E5207134-0AD0-488A-A7BB-459865483A70}" type="datetimeFigureOut">
              <a:rPr lang="zh-CN" altLang="en-US" smtClean="0"/>
              <a:t>2023/12/27</a:t>
            </a:fld>
            <a:endParaRPr lang="zh-CN" altLang="en-US"/>
          </a:p>
        </p:txBody>
      </p:sp>
      <p:sp>
        <p:nvSpPr>
          <p:cNvPr id="5" name="页脚占位符 4">
            <a:extLst>
              <a:ext uri="{FF2B5EF4-FFF2-40B4-BE49-F238E27FC236}">
                <a16:creationId xmlns:a16="http://schemas.microsoft.com/office/drawing/2014/main" id="{2F13EBE1-C2B1-54D0-5AA0-A1E12A639FC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E374C6-ECE1-85E0-C944-200CC786B140}"/>
              </a:ext>
            </a:extLst>
          </p:cNvPr>
          <p:cNvSpPr>
            <a:spLocks noGrp="1"/>
          </p:cNvSpPr>
          <p:nvPr>
            <p:ph type="sldNum" sz="quarter" idx="12"/>
          </p:nvPr>
        </p:nvSpPr>
        <p:spPr/>
        <p:txBody>
          <a:body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3871932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
        <p:nvSpPr>
          <p:cNvPr id="3" name="页脚占位符 2">
            <a:extLst>
              <a:ext uri="{FF2B5EF4-FFF2-40B4-BE49-F238E27FC236}">
                <a16:creationId xmlns:a16="http://schemas.microsoft.com/office/drawing/2014/main" id="{CAEA95BB-0FD6-4D94-81DB-8D38069818E5}"/>
              </a:ext>
            </a:extLst>
          </p:cNvPr>
          <p:cNvSpPr>
            <a:spLocks noGrp="1"/>
          </p:cNvSpPr>
          <p:nvPr userDrawn="1">
            <p:ph type="ftr" sz="quarter" idx="10"/>
          </p:nvPr>
        </p:nvSpPr>
        <p:spPr/>
        <p:txBody>
          <a:bodyPr/>
          <a:lstStyle/>
          <a:p>
            <a:endParaRPr lang="zh-CN" altLang="en-US" dirty="0"/>
          </a:p>
        </p:txBody>
      </p:sp>
      <p:sp>
        <p:nvSpPr>
          <p:cNvPr id="4" name="日期占位符 3">
            <a:extLst>
              <a:ext uri="{FF2B5EF4-FFF2-40B4-BE49-F238E27FC236}">
                <a16:creationId xmlns:a16="http://schemas.microsoft.com/office/drawing/2014/main" id="{16C2568E-3CA5-4FDE-A375-CB503A7EDE34}"/>
              </a:ext>
            </a:extLst>
          </p:cNvPr>
          <p:cNvSpPr>
            <a:spLocks noGrp="1"/>
          </p:cNvSpPr>
          <p:nvPr userDrawn="1">
            <p:ph type="dt" sz="half" idx="11"/>
          </p:nvPr>
        </p:nvSpPr>
        <p:spPr/>
        <p:txBody>
          <a:bodyPr/>
          <a:lstStyle/>
          <a:p>
            <a:fld id="{AC4CC43B-9EB6-4465-8B1A-3F7180DAD0DF}" type="datetime1">
              <a:rPr lang="zh-CN" altLang="en-US" smtClean="0"/>
              <a:t>2023/12/27</a:t>
            </a:fld>
            <a:endParaRPr lang="en-US" altLang="zh-CN"/>
          </a:p>
        </p:txBody>
      </p:sp>
      <p:sp>
        <p:nvSpPr>
          <p:cNvPr id="5" name="灯片编号占位符 4">
            <a:extLst>
              <a:ext uri="{FF2B5EF4-FFF2-40B4-BE49-F238E27FC236}">
                <a16:creationId xmlns:a16="http://schemas.microsoft.com/office/drawing/2014/main" id="{E3EAC383-637D-4997-B597-28ADC11AAC10}"/>
              </a:ext>
            </a:extLst>
          </p:cNvPr>
          <p:cNvSpPr>
            <a:spLocks noGrp="1"/>
          </p:cNvSpPr>
          <p:nvPr userDrawn="1">
            <p:ph type="sldNum" sz="quarter" idx="12"/>
          </p:nvPr>
        </p:nvSpPr>
        <p:spPr/>
        <p:txBody>
          <a:bodyPr/>
          <a:lstStyle/>
          <a:p>
            <a:fld id="{7F65B630-C7FF-41C0-9923-C5E5E29EED81}" type="slidenum">
              <a:rPr lang="en-US" altLang="zh-CN" smtClean="0"/>
              <a:pPr/>
              <a:t>‹#›</a:t>
            </a:fld>
            <a:endParaRPr lang="en-US" altLang="zh-CN"/>
          </a:p>
        </p:txBody>
      </p:sp>
    </p:spTree>
    <p:extLst>
      <p:ext uri="{BB962C8B-B14F-4D97-AF65-F5344CB8AC3E}">
        <p14:creationId xmlns:p14="http://schemas.microsoft.com/office/powerpoint/2010/main" val="11603741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085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50000"/>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08B2B42-9347-F7F0-76CD-114261F2C9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B1C4DFD-5CFF-5BF1-5329-2D1EE99BE6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92CA3EC-9D04-FF26-C211-9A973A0470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207134-0AD0-488A-A7BB-459865483A70}" type="datetimeFigureOut">
              <a:rPr lang="zh-CN" altLang="en-US" smtClean="0"/>
              <a:t>2023/12/27</a:t>
            </a:fld>
            <a:endParaRPr lang="zh-CN" altLang="en-US"/>
          </a:p>
        </p:txBody>
      </p:sp>
      <p:sp>
        <p:nvSpPr>
          <p:cNvPr id="5" name="页脚占位符 4">
            <a:extLst>
              <a:ext uri="{FF2B5EF4-FFF2-40B4-BE49-F238E27FC236}">
                <a16:creationId xmlns:a16="http://schemas.microsoft.com/office/drawing/2014/main" id="{45789CD1-8B64-9F43-F4F8-4AAE2FC736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3DF8B90-FFC1-1313-ACC4-3259D1B746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C613A-C490-4269-A92E-74000A5FBBF1}" type="slidenum">
              <a:rPr lang="zh-CN" altLang="en-US" smtClean="0"/>
              <a:t>‹#›</a:t>
            </a:fld>
            <a:endParaRPr lang="zh-CN" altLang="en-US"/>
          </a:p>
        </p:txBody>
      </p:sp>
    </p:spTree>
    <p:extLst>
      <p:ext uri="{BB962C8B-B14F-4D97-AF65-F5344CB8AC3E}">
        <p14:creationId xmlns:p14="http://schemas.microsoft.com/office/powerpoint/2010/main" val="2401062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 Id="rId5"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2.xml"/><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customXml" Target="../ink/ink8.xml"/><Relationship Id="rId26" Type="http://schemas.openxmlformats.org/officeDocument/2006/relationships/customXml" Target="../ink/ink12.xml"/><Relationship Id="rId21" Type="http://schemas.openxmlformats.org/officeDocument/2006/relationships/image" Target="../media/image24.png"/><Relationship Id="rId34" Type="http://schemas.openxmlformats.org/officeDocument/2006/relationships/image" Target="../media/image31.png"/><Relationship Id="rId7" Type="http://schemas.openxmlformats.org/officeDocument/2006/relationships/image" Target="../media/image170.png"/><Relationship Id="rId12" Type="http://schemas.openxmlformats.org/officeDocument/2006/relationships/customXml" Target="../ink/ink5.xml"/><Relationship Id="rId17" Type="http://schemas.openxmlformats.org/officeDocument/2006/relationships/image" Target="../media/image22.png"/><Relationship Id="rId25" Type="http://schemas.openxmlformats.org/officeDocument/2006/relationships/image" Target="../media/image26.png"/><Relationship Id="rId33" Type="http://schemas.openxmlformats.org/officeDocument/2006/relationships/image" Target="../media/image30.png"/><Relationship Id="rId38" Type="http://schemas.openxmlformats.org/officeDocument/2006/relationships/image" Target="../media/image32.png"/><Relationship Id="rId2" Type="http://schemas.openxmlformats.org/officeDocument/2006/relationships/image" Target="../media/image8.png"/><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19.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33.png"/><Relationship Id="rId5" Type="http://schemas.openxmlformats.org/officeDocument/2006/relationships/image" Target="../media/image160.png"/><Relationship Id="rId15" Type="http://schemas.openxmlformats.org/officeDocument/2006/relationships/image" Target="../media/image21.png"/><Relationship Id="rId23" Type="http://schemas.openxmlformats.org/officeDocument/2006/relationships/image" Target="../media/image25.png"/><Relationship Id="rId28" Type="http://schemas.openxmlformats.org/officeDocument/2006/relationships/customXml" Target="../ink/ink13.xml"/><Relationship Id="rId10" Type="http://schemas.openxmlformats.org/officeDocument/2006/relationships/customXml" Target="../ink/ink4.xml"/><Relationship Id="rId19" Type="http://schemas.openxmlformats.org/officeDocument/2006/relationships/image" Target="../media/image23.png"/><Relationship Id="rId31" Type="http://schemas.openxmlformats.org/officeDocument/2006/relationships/image" Target="../media/image29.png"/><Relationship Id="rId4" Type="http://schemas.openxmlformats.org/officeDocument/2006/relationships/customXml" Target="../ink/ink1.xml"/><Relationship Id="rId9" Type="http://schemas.openxmlformats.org/officeDocument/2006/relationships/image" Target="../media/image18.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27.png"/><Relationship Id="rId30" Type="http://schemas.openxmlformats.org/officeDocument/2006/relationships/customXml" Target="../ink/ink14.xml"/><Relationship Id="rId35" Type="http://schemas.openxmlformats.org/officeDocument/2006/relationships/customXml" Target="../ink/ink16.xml"/><Relationship Id="rId8" Type="http://schemas.openxmlformats.org/officeDocument/2006/relationships/customXml" Target="../ink/ink3.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customXml" Target="../ink/ink18.xml"/><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customXml" Target="../ink/ink17.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hyperlink" Target="https://www.bilibili.com/video/BV1TU4y1p7zU/?spm_id_from=333.999.0.0&amp;vd_source=8c3ce7b3709fe30f15ad67b558f4de55" TargetMode="External"/><Relationship Id="rId3" Type="http://schemas.openxmlformats.org/officeDocument/2006/relationships/notesSlide" Target="../notesSlides/notesSlide3.xml"/><Relationship Id="rId7" Type="http://schemas.openxmlformats.org/officeDocument/2006/relationships/hyperlink" Target="https://www.bilibili.com/video/BV1sM411J7yD/?spm_id_from=333.999.0.0" TargetMode="External"/><Relationship Id="rId2" Type="http://schemas.openxmlformats.org/officeDocument/2006/relationships/slideLayout" Target="../slideLayouts/slideLayout13.xml"/><Relationship Id="rId1" Type="http://schemas.openxmlformats.org/officeDocument/2006/relationships/tags" Target="../tags/tag3.xml"/><Relationship Id="rId6" Type="http://schemas.microsoft.com/office/2007/relationships/hdphoto" Target="../media/hdphoto2.wdp"/><Relationship Id="rId5" Type="http://schemas.openxmlformats.org/officeDocument/2006/relationships/image" Target="../media/image45.png"/><Relationship Id="rId10" Type="http://schemas.openxmlformats.org/officeDocument/2006/relationships/hyperlink" Target="https://gitee.com/lxh_package/inven_management" TargetMode="External"/><Relationship Id="rId4" Type="http://schemas.openxmlformats.org/officeDocument/2006/relationships/image" Target="../media/image43.jpg"/><Relationship Id="rId9" Type="http://schemas.openxmlformats.org/officeDocument/2006/relationships/hyperlink" Target="https://zhuanlan.zhihu.com/p/43927370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形状 7">
            <a:extLst>
              <a:ext uri="{FF2B5EF4-FFF2-40B4-BE49-F238E27FC236}">
                <a16:creationId xmlns:a16="http://schemas.microsoft.com/office/drawing/2014/main" id="{EABD4F52-840D-1D85-0D29-A7D052E03FFB}"/>
              </a:ext>
            </a:extLst>
          </p:cNvPr>
          <p:cNvSpPr/>
          <p:nvPr/>
        </p:nvSpPr>
        <p:spPr>
          <a:xfrm>
            <a:off x="1" y="0"/>
            <a:ext cx="12496799" cy="6157404"/>
          </a:xfrm>
          <a:custGeom>
            <a:avLst/>
            <a:gdLst>
              <a:gd name="connsiteX0" fmla="*/ 0 w 12114187"/>
              <a:gd name="connsiteY0" fmla="*/ 0 h 5105400"/>
              <a:gd name="connsiteX1" fmla="*/ 12114187 w 12114187"/>
              <a:gd name="connsiteY1" fmla="*/ 0 h 5105400"/>
              <a:gd name="connsiteX2" fmla="*/ 12043798 w 12114187"/>
              <a:gd name="connsiteY2" fmla="*/ 125671 h 5105400"/>
              <a:gd name="connsiteX3" fmla="*/ 1371600 w 12114187"/>
              <a:gd name="connsiteY3" fmla="*/ 5105400 h 5105400"/>
              <a:gd name="connsiteX4" fmla="*/ 187367 w 12114187"/>
              <a:gd name="connsiteY4" fmla="*/ 5063305 h 5105400"/>
              <a:gd name="connsiteX5" fmla="*/ 0 w 12114187"/>
              <a:gd name="connsiteY5" fmla="*/ 5046545 h 510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14187" h="5105400">
                <a:moveTo>
                  <a:pt x="0" y="0"/>
                </a:moveTo>
                <a:lnTo>
                  <a:pt x="12114187" y="0"/>
                </a:lnTo>
                <a:lnTo>
                  <a:pt x="12043798" y="125671"/>
                </a:lnTo>
                <a:cubicBezTo>
                  <a:pt x="10285494" y="3052049"/>
                  <a:pt x="6169188" y="5105400"/>
                  <a:pt x="1371600" y="5105400"/>
                </a:cubicBezTo>
                <a:cubicBezTo>
                  <a:pt x="971801" y="5105400"/>
                  <a:pt x="576733" y="5091141"/>
                  <a:pt x="187367" y="5063305"/>
                </a:cubicBezTo>
                <a:lnTo>
                  <a:pt x="0" y="5046545"/>
                </a:lnTo>
                <a:close/>
              </a:path>
            </a:pathLst>
          </a:custGeom>
          <a:blipFill dpi="0" rotWithShape="1">
            <a:blip r:embed="rId2">
              <a:alphaModFix amt="33000"/>
              <a:extLst>
                <a:ext uri="{BEBA8EAE-BF5A-486C-A8C5-ECC9F3942E4B}">
                  <a14:imgProps xmlns:a14="http://schemas.microsoft.com/office/drawing/2010/main">
                    <a14:imgLayer r:embed="rId3">
                      <a14:imgEffect>
                        <a14:saturation sat="63000"/>
                      </a14:imgEffect>
                    </a14:imgLayer>
                  </a14:imgProps>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pic>
        <p:nvPicPr>
          <p:cNvPr id="10" name="图片 9">
            <a:extLst>
              <a:ext uri="{FF2B5EF4-FFF2-40B4-BE49-F238E27FC236}">
                <a16:creationId xmlns:a16="http://schemas.microsoft.com/office/drawing/2014/main" id="{9419E62C-24D1-5917-F2DB-8D11CC85A2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25" y="3429000"/>
            <a:ext cx="9509759" cy="3174110"/>
          </a:xfrm>
          <a:prstGeom prst="rect">
            <a:avLst/>
          </a:prstGeom>
          <a:noFill/>
        </p:spPr>
      </p:pic>
      <p:pic>
        <p:nvPicPr>
          <p:cNvPr id="14" name="图片 13">
            <a:extLst>
              <a:ext uri="{FF2B5EF4-FFF2-40B4-BE49-F238E27FC236}">
                <a16:creationId xmlns:a16="http://schemas.microsoft.com/office/drawing/2014/main" id="{0F39B5BA-A89A-0EC9-7EA4-53BDA7EDC0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27599" y="-401362"/>
            <a:ext cx="4564401" cy="5452122"/>
          </a:xfrm>
          <a:prstGeom prst="rect">
            <a:avLst/>
          </a:prstGeom>
          <a:noFill/>
        </p:spPr>
      </p:pic>
      <p:sp>
        <p:nvSpPr>
          <p:cNvPr id="19" name="文本框 18">
            <a:extLst>
              <a:ext uri="{FF2B5EF4-FFF2-40B4-BE49-F238E27FC236}">
                <a16:creationId xmlns:a16="http://schemas.microsoft.com/office/drawing/2014/main" id="{8D352B0A-91EE-F239-0A96-CF7C9B01E102}"/>
              </a:ext>
            </a:extLst>
          </p:cNvPr>
          <p:cNvSpPr txBox="1"/>
          <p:nvPr/>
        </p:nvSpPr>
        <p:spPr>
          <a:xfrm>
            <a:off x="464237" y="234061"/>
            <a:ext cx="9811877" cy="2699200"/>
          </a:xfrm>
          <a:prstGeom prst="rect">
            <a:avLst/>
          </a:prstGeom>
          <a:noFill/>
        </p:spPr>
        <p:txBody>
          <a:bodyPr wrap="square">
            <a:spAutoFit/>
          </a:bodyPr>
          <a:lstStyle/>
          <a:p>
            <a:pPr>
              <a:lnSpc>
                <a:spcPct val="150000"/>
              </a:lnSpc>
            </a:pPr>
            <a:r>
              <a:rPr lang="en-US" altLang="zh-CN" sz="6000" b="1" dirty="0" err="1">
                <a:solidFill>
                  <a:srgbClr val="004EA2"/>
                </a:solidFill>
                <a:latin typeface="微软雅黑" panose="020B0503020204020204" pitchFamily="34" charset="-122"/>
                <a:ea typeface="微软雅黑" panose="020B0503020204020204" pitchFamily="34" charset="-122"/>
              </a:rPr>
              <a:t>Invetory_Management</a:t>
            </a:r>
            <a:endParaRPr lang="en-US" altLang="zh-CN" sz="6000" b="1" dirty="0">
              <a:solidFill>
                <a:srgbClr val="004EA2"/>
              </a:solidFill>
              <a:latin typeface="微软雅黑" panose="020B0503020204020204" pitchFamily="34" charset="-122"/>
              <a:ea typeface="微软雅黑" panose="020B0503020204020204" pitchFamily="34" charset="-122"/>
            </a:endParaRPr>
          </a:p>
          <a:p>
            <a:pPr>
              <a:lnSpc>
                <a:spcPct val="150000"/>
              </a:lnSpc>
            </a:pPr>
            <a:r>
              <a:rPr lang="zh-CN" altLang="en-US" sz="6000" b="1" dirty="0">
                <a:solidFill>
                  <a:srgbClr val="004EA2"/>
                </a:solidFill>
                <a:latin typeface="微软雅黑" panose="020B0503020204020204" pitchFamily="34" charset="-122"/>
                <a:ea typeface="微软雅黑" panose="020B0503020204020204" pitchFamily="34" charset="-122"/>
              </a:rPr>
              <a:t>医药销售库存管理系统</a:t>
            </a:r>
          </a:p>
        </p:txBody>
      </p:sp>
      <p:pic>
        <p:nvPicPr>
          <p:cNvPr id="25" name="图片 24">
            <a:extLst>
              <a:ext uri="{FF2B5EF4-FFF2-40B4-BE49-F238E27FC236}">
                <a16:creationId xmlns:a16="http://schemas.microsoft.com/office/drawing/2014/main" id="{15A4CEBA-9D0D-5B5D-0B08-14A49943DDE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90537" y="5367894"/>
            <a:ext cx="4082708" cy="756666"/>
          </a:xfrm>
          <a:prstGeom prst="rect">
            <a:avLst/>
          </a:prstGeom>
        </p:spPr>
      </p:pic>
      <p:sp>
        <p:nvSpPr>
          <p:cNvPr id="26" name="文本框 25">
            <a:extLst>
              <a:ext uri="{FF2B5EF4-FFF2-40B4-BE49-F238E27FC236}">
                <a16:creationId xmlns:a16="http://schemas.microsoft.com/office/drawing/2014/main" id="{A6C50576-7496-13FF-EB6E-473DA89C1AB7}"/>
              </a:ext>
            </a:extLst>
          </p:cNvPr>
          <p:cNvSpPr txBox="1"/>
          <p:nvPr/>
        </p:nvSpPr>
        <p:spPr>
          <a:xfrm>
            <a:off x="464238" y="3060985"/>
            <a:ext cx="4869762" cy="461665"/>
          </a:xfrm>
          <a:prstGeom prst="rect">
            <a:avLst/>
          </a:prstGeom>
          <a:noFill/>
        </p:spPr>
        <p:txBody>
          <a:bodyPr wrap="square">
            <a:spAutoFit/>
          </a:bodyPr>
          <a:lstStyle/>
          <a:p>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数据库实验大作业汇报</a:t>
            </a:r>
          </a:p>
        </p:txBody>
      </p:sp>
      <p:grpSp>
        <p:nvGrpSpPr>
          <p:cNvPr id="32" name="组合 31">
            <a:extLst>
              <a:ext uri="{FF2B5EF4-FFF2-40B4-BE49-F238E27FC236}">
                <a16:creationId xmlns:a16="http://schemas.microsoft.com/office/drawing/2014/main" id="{808AB99C-3883-A3BE-91DF-9476FFA4CFA1}"/>
              </a:ext>
            </a:extLst>
          </p:cNvPr>
          <p:cNvGrpSpPr/>
          <p:nvPr/>
        </p:nvGrpSpPr>
        <p:grpSpPr>
          <a:xfrm>
            <a:off x="464237" y="4213776"/>
            <a:ext cx="3988020" cy="461665"/>
            <a:chOff x="464236" y="2876559"/>
            <a:chExt cx="2551919" cy="369332"/>
          </a:xfrm>
        </p:grpSpPr>
        <p:grpSp>
          <p:nvGrpSpPr>
            <p:cNvPr id="12" name="组合 11">
              <a:extLst>
                <a:ext uri="{FF2B5EF4-FFF2-40B4-BE49-F238E27FC236}">
                  <a16:creationId xmlns:a16="http://schemas.microsoft.com/office/drawing/2014/main" id="{7B2B9B1E-DD84-FE91-B03B-E77C0D8B2D92}"/>
                </a:ext>
              </a:extLst>
            </p:cNvPr>
            <p:cNvGrpSpPr/>
            <p:nvPr/>
          </p:nvGrpSpPr>
          <p:grpSpPr>
            <a:xfrm>
              <a:off x="464236" y="2891638"/>
              <a:ext cx="2551919" cy="354253"/>
              <a:chOff x="649421" y="4111107"/>
              <a:chExt cx="3293701" cy="411477"/>
            </a:xfrm>
            <a:gradFill>
              <a:gsLst>
                <a:gs pos="0">
                  <a:schemeClr val="accent1">
                    <a:lumMod val="75000"/>
                  </a:schemeClr>
                </a:gs>
                <a:gs pos="100000">
                  <a:srgbClr val="004EA2"/>
                </a:gs>
              </a:gsLst>
              <a:lin ang="0" scaled="0"/>
            </a:gradFill>
          </p:grpSpPr>
          <p:sp>
            <p:nvSpPr>
              <p:cNvPr id="13" name="箭头: V 形 12">
                <a:extLst>
                  <a:ext uri="{FF2B5EF4-FFF2-40B4-BE49-F238E27FC236}">
                    <a16:creationId xmlns:a16="http://schemas.microsoft.com/office/drawing/2014/main" id="{71D2F93B-85CF-7B9F-84F7-8B5980B604B8}"/>
                  </a:ext>
                </a:extLst>
              </p:cNvPr>
              <p:cNvSpPr/>
              <p:nvPr/>
            </p:nvSpPr>
            <p:spPr>
              <a:xfrm flipH="1">
                <a:off x="790614" y="4165114"/>
                <a:ext cx="256709" cy="303462"/>
              </a:xfrm>
              <a:prstGeom prst="chevron">
                <a:avLst>
                  <a:gd name="adj" fmla="val 6291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箭头: V 形 14">
                <a:extLst>
                  <a:ext uri="{FF2B5EF4-FFF2-40B4-BE49-F238E27FC236}">
                    <a16:creationId xmlns:a16="http://schemas.microsoft.com/office/drawing/2014/main" id="{2B9A0FD5-9678-239F-7BE0-3BD9E203BACB}"/>
                  </a:ext>
                </a:extLst>
              </p:cNvPr>
              <p:cNvSpPr/>
              <p:nvPr/>
            </p:nvSpPr>
            <p:spPr>
              <a:xfrm>
                <a:off x="3545219" y="4165114"/>
                <a:ext cx="256709" cy="303462"/>
              </a:xfrm>
              <a:prstGeom prst="chevron">
                <a:avLst>
                  <a:gd name="adj" fmla="val 6291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V 形 15">
                <a:extLst>
                  <a:ext uri="{FF2B5EF4-FFF2-40B4-BE49-F238E27FC236}">
                    <a16:creationId xmlns:a16="http://schemas.microsoft.com/office/drawing/2014/main" id="{05DEF2B9-A1D9-4624-5B7D-057EE666E214}"/>
                  </a:ext>
                </a:extLst>
              </p:cNvPr>
              <p:cNvSpPr/>
              <p:nvPr/>
            </p:nvSpPr>
            <p:spPr>
              <a:xfrm>
                <a:off x="3762564" y="4210124"/>
                <a:ext cx="180558" cy="213442"/>
              </a:xfrm>
              <a:prstGeom prst="chevron">
                <a:avLst>
                  <a:gd name="adj" fmla="val 6291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V 形 16">
                <a:extLst>
                  <a:ext uri="{FF2B5EF4-FFF2-40B4-BE49-F238E27FC236}">
                    <a16:creationId xmlns:a16="http://schemas.microsoft.com/office/drawing/2014/main" id="{E758D5D1-AB86-2089-69C0-D8B1FC6D6D4E}"/>
                  </a:ext>
                </a:extLst>
              </p:cNvPr>
              <p:cNvSpPr/>
              <p:nvPr/>
            </p:nvSpPr>
            <p:spPr>
              <a:xfrm flipH="1">
                <a:off x="649421" y="4210124"/>
                <a:ext cx="180558" cy="213442"/>
              </a:xfrm>
              <a:prstGeom prst="chevron">
                <a:avLst>
                  <a:gd name="adj" fmla="val 6291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2A8878B3-B9DD-481D-4ABB-0175864EF904}"/>
                  </a:ext>
                </a:extLst>
              </p:cNvPr>
              <p:cNvSpPr/>
              <p:nvPr/>
            </p:nvSpPr>
            <p:spPr>
              <a:xfrm rot="5400000">
                <a:off x="2090533" y="3028532"/>
                <a:ext cx="411477" cy="2576627"/>
              </a:xfrm>
              <a:custGeom>
                <a:avLst/>
                <a:gdLst>
                  <a:gd name="connsiteX0" fmla="*/ 0 w 411477"/>
                  <a:gd name="connsiteY0" fmla="*/ 2361855 h 2576627"/>
                  <a:gd name="connsiteX1" fmla="*/ 0 w 411477"/>
                  <a:gd name="connsiteY1" fmla="*/ 214773 h 2576627"/>
                  <a:gd name="connsiteX2" fmla="*/ 199965 w 411477"/>
                  <a:gd name="connsiteY2" fmla="*/ 0 h 2576627"/>
                  <a:gd name="connsiteX3" fmla="*/ 411477 w 411477"/>
                  <a:gd name="connsiteY3" fmla="*/ 227174 h 2576627"/>
                  <a:gd name="connsiteX4" fmla="*/ 411477 w 411477"/>
                  <a:gd name="connsiteY4" fmla="*/ 2349454 h 2576627"/>
                  <a:gd name="connsiteX5" fmla="*/ 199965 w 411477"/>
                  <a:gd name="connsiteY5" fmla="*/ 2576627 h 2576627"/>
                  <a:gd name="connsiteX6" fmla="*/ 0 w 411477"/>
                  <a:gd name="connsiteY6" fmla="*/ 2361855 h 2576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477" h="2576627">
                    <a:moveTo>
                      <a:pt x="0" y="2361855"/>
                    </a:moveTo>
                    <a:lnTo>
                      <a:pt x="0" y="214773"/>
                    </a:lnTo>
                    <a:lnTo>
                      <a:pt x="199965" y="0"/>
                    </a:lnTo>
                    <a:lnTo>
                      <a:pt x="411477" y="227174"/>
                    </a:lnTo>
                    <a:lnTo>
                      <a:pt x="411477" y="2349454"/>
                    </a:lnTo>
                    <a:lnTo>
                      <a:pt x="199965" y="2576627"/>
                    </a:lnTo>
                    <a:lnTo>
                      <a:pt x="0" y="2361855"/>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466" tIns="138468" rIns="120467" bIns="138467" numCol="1" spcCol="1270" anchor="ctr" anchorCtr="0">
                <a:noAutofit/>
              </a:bodyPr>
              <a:lstStyle/>
              <a:p>
                <a:pPr marL="0" lvl="0" indent="0" algn="ctr" defTabSz="1600200">
                  <a:lnSpc>
                    <a:spcPct val="90000"/>
                  </a:lnSpc>
                  <a:spcBef>
                    <a:spcPct val="0"/>
                  </a:spcBef>
                  <a:spcAft>
                    <a:spcPct val="35000"/>
                  </a:spcAft>
                  <a:buNone/>
                </a:pPr>
                <a:endParaRPr lang="zh-CN" altLang="en-US" dirty="0"/>
              </a:p>
            </p:txBody>
          </p:sp>
        </p:grpSp>
        <p:sp>
          <p:nvSpPr>
            <p:cNvPr id="31" name="文本框 30">
              <a:extLst>
                <a:ext uri="{FF2B5EF4-FFF2-40B4-BE49-F238E27FC236}">
                  <a16:creationId xmlns:a16="http://schemas.microsoft.com/office/drawing/2014/main" id="{F59ACB9E-F533-A573-8ABE-4CEFF3609D8D}"/>
                </a:ext>
              </a:extLst>
            </p:cNvPr>
            <p:cNvSpPr txBox="1"/>
            <p:nvPr/>
          </p:nvSpPr>
          <p:spPr>
            <a:xfrm>
              <a:off x="816554" y="2876559"/>
              <a:ext cx="2006008"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汇报人：李旭辉、李欣鸿</a:t>
              </a:r>
            </a:p>
          </p:txBody>
        </p:sp>
      </p:grpSp>
    </p:spTree>
    <p:extLst>
      <p:ext uri="{BB962C8B-B14F-4D97-AF65-F5344CB8AC3E}">
        <p14:creationId xmlns:p14="http://schemas.microsoft.com/office/powerpoint/2010/main" val="2908216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DBD2AC8-1A20-5E93-EFDC-1F3E91D10F1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12740" y="3957345"/>
            <a:ext cx="2379260" cy="2841998"/>
          </a:xfrm>
          <a:prstGeom prst="rect">
            <a:avLst/>
          </a:prstGeom>
          <a:noFill/>
        </p:spPr>
      </p:pic>
      <p:sp>
        <p:nvSpPr>
          <p:cNvPr id="33" name="矩形 32">
            <a:extLst>
              <a:ext uri="{FF2B5EF4-FFF2-40B4-BE49-F238E27FC236}">
                <a16:creationId xmlns:a16="http://schemas.microsoft.com/office/drawing/2014/main" id="{79C39CEA-700E-43FA-B0DD-97E60DD222D5}"/>
              </a:ext>
            </a:extLst>
          </p:cNvPr>
          <p:cNvSpPr/>
          <p:nvPr/>
        </p:nvSpPr>
        <p:spPr>
          <a:xfrm>
            <a:off x="1276450" y="1260768"/>
            <a:ext cx="4160074" cy="771623"/>
          </a:xfrm>
          <a:prstGeom prst="rect">
            <a:avLst/>
          </a:prstGeom>
        </p:spPr>
        <p:txBody>
          <a:bodyPr wrap="square" lIns="90000" tIns="46800" rIns="90000" bIns="46800" anchor="b" anchorCtr="0">
            <a:spAutoFit/>
          </a:bodyPr>
          <a:lstStyle/>
          <a:p>
            <a:pPr>
              <a:buSzPct val="25000"/>
            </a:pPr>
            <a:r>
              <a:rPr lang="zh-CN" altLang="en-US" sz="4400" b="1" dirty="0">
                <a:solidFill>
                  <a:srgbClr val="003B92"/>
                </a:solidFill>
                <a:latin typeface="微软雅黑" panose="020B0503020204020204" pitchFamily="34" charset="-122"/>
                <a:ea typeface="微软雅黑" panose="020B0503020204020204" pitchFamily="34" charset="-122"/>
              </a:rPr>
              <a:t>团队分工</a:t>
            </a:r>
            <a:endParaRPr lang="en-US" altLang="zh-CN" sz="4400" dirty="0">
              <a:solidFill>
                <a:srgbClr val="003B92"/>
              </a:solidFill>
              <a:latin typeface="微软雅黑" panose="020B0503020204020204" pitchFamily="34" charset="-122"/>
              <a:ea typeface="微软雅黑" panose="020B0503020204020204" pitchFamily="34" charset="-122"/>
            </a:endParaRPr>
          </a:p>
        </p:txBody>
      </p:sp>
      <p:cxnSp>
        <p:nvCxnSpPr>
          <p:cNvPr id="35" name="直接连接符 34">
            <a:extLst>
              <a:ext uri="{FF2B5EF4-FFF2-40B4-BE49-F238E27FC236}">
                <a16:creationId xmlns:a16="http://schemas.microsoft.com/office/drawing/2014/main" id="{1C9EE55B-B79F-4B6A-97C6-49883381E694}"/>
              </a:ext>
            </a:extLst>
          </p:cNvPr>
          <p:cNvCxnSpPr>
            <a:cxnSpLocks/>
          </p:cNvCxnSpPr>
          <p:nvPr/>
        </p:nvCxnSpPr>
        <p:spPr>
          <a:xfrm>
            <a:off x="5559148" y="1309659"/>
            <a:ext cx="0" cy="673840"/>
          </a:xfrm>
          <a:prstGeom prst="line">
            <a:avLst/>
          </a:prstGeom>
          <a:ln w="12700">
            <a:solidFill>
              <a:srgbClr val="003B92"/>
            </a:solidFill>
          </a:ln>
        </p:spPr>
        <p:style>
          <a:lnRef idx="1">
            <a:schemeClr val="accent1"/>
          </a:lnRef>
          <a:fillRef idx="0">
            <a:schemeClr val="accent1"/>
          </a:fillRef>
          <a:effectRef idx="0">
            <a:schemeClr val="accent1"/>
          </a:effectRef>
          <a:fontRef idx="minor">
            <a:schemeClr val="tx1"/>
          </a:fontRef>
        </p:style>
      </p:cxnSp>
      <p:grpSp>
        <p:nvGrpSpPr>
          <p:cNvPr id="57" name="组合 56">
            <a:extLst>
              <a:ext uri="{FF2B5EF4-FFF2-40B4-BE49-F238E27FC236}">
                <a16:creationId xmlns:a16="http://schemas.microsoft.com/office/drawing/2014/main" id="{7D908010-BA05-46EE-8989-4823125A1EC5}"/>
              </a:ext>
            </a:extLst>
          </p:cNvPr>
          <p:cNvGrpSpPr/>
          <p:nvPr/>
        </p:nvGrpSpPr>
        <p:grpSpPr>
          <a:xfrm>
            <a:off x="1363488" y="3297766"/>
            <a:ext cx="6323985" cy="618789"/>
            <a:chOff x="1274858" y="2590684"/>
            <a:chExt cx="6323985" cy="618789"/>
          </a:xfrm>
        </p:grpSpPr>
        <p:sp>
          <p:nvSpPr>
            <p:cNvPr id="58" name="文本框 57">
              <a:extLst>
                <a:ext uri="{FF2B5EF4-FFF2-40B4-BE49-F238E27FC236}">
                  <a16:creationId xmlns:a16="http://schemas.microsoft.com/office/drawing/2014/main" id="{BB16F4CC-7DB4-482C-B629-F48293969A12}"/>
                </a:ext>
              </a:extLst>
            </p:cNvPr>
            <p:cNvSpPr txBox="1"/>
            <p:nvPr/>
          </p:nvSpPr>
          <p:spPr>
            <a:xfrm>
              <a:off x="1274858" y="2747808"/>
              <a:ext cx="6323985" cy="46166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400" dirty="0">
                  <a:solidFill>
                    <a:srgbClr val="003B92"/>
                  </a:solidFill>
                  <a:effectLst/>
                  <a:latin typeface="微软雅黑" panose="020B0503020204020204" pitchFamily="34" charset="-122"/>
                  <a:ea typeface="微软雅黑" panose="020B0503020204020204" pitchFamily="34" charset="-122"/>
                </a:rPr>
                <a:t>李欣鸿：负责文档编写，功能测试，</a:t>
              </a:r>
              <a:r>
                <a:rPr lang="en-US" altLang="zh-CN" sz="2400" dirty="0">
                  <a:solidFill>
                    <a:srgbClr val="003B92"/>
                  </a:solidFill>
                  <a:effectLst/>
                  <a:latin typeface="微软雅黑" panose="020B0503020204020204" pitchFamily="34" charset="-122"/>
                  <a:ea typeface="微软雅黑" panose="020B0503020204020204" pitchFamily="34" charset="-122"/>
                </a:rPr>
                <a:t>PPT</a:t>
              </a:r>
              <a:r>
                <a:rPr lang="zh-CN" altLang="en-US" sz="2400" dirty="0">
                  <a:solidFill>
                    <a:srgbClr val="003B92"/>
                  </a:solidFill>
                  <a:effectLst/>
                  <a:latin typeface="微软雅黑" panose="020B0503020204020204" pitchFamily="34" charset="-122"/>
                  <a:ea typeface="微软雅黑" panose="020B0503020204020204" pitchFamily="34" charset="-122"/>
                </a:rPr>
                <a:t>制作</a:t>
              </a:r>
              <a:endParaRPr lang="en-US" altLang="zh-CN" sz="2400" dirty="0">
                <a:solidFill>
                  <a:srgbClr val="003B92"/>
                </a:solidFill>
                <a:effectLst/>
                <a:latin typeface="微软雅黑" panose="020B0503020204020204" pitchFamily="34" charset="-122"/>
                <a:ea typeface="微软雅黑" panose="020B0503020204020204" pitchFamily="34" charset="-122"/>
              </a:endParaRPr>
            </a:p>
          </p:txBody>
        </p:sp>
        <p:cxnSp>
          <p:nvCxnSpPr>
            <p:cNvPr id="59" name="直接连接符 58">
              <a:extLst>
                <a:ext uri="{FF2B5EF4-FFF2-40B4-BE49-F238E27FC236}">
                  <a16:creationId xmlns:a16="http://schemas.microsoft.com/office/drawing/2014/main" id="{FCC42B47-2A51-4743-BE23-DA205509C42A}"/>
                </a:ext>
              </a:extLst>
            </p:cNvPr>
            <p:cNvCxnSpPr>
              <a:cxnSpLocks/>
            </p:cNvCxnSpPr>
            <p:nvPr/>
          </p:nvCxnSpPr>
          <p:spPr>
            <a:xfrm>
              <a:off x="1348813" y="2590684"/>
              <a:ext cx="465826" cy="0"/>
            </a:xfrm>
            <a:prstGeom prst="line">
              <a:avLst/>
            </a:prstGeom>
            <a:ln>
              <a:solidFill>
                <a:srgbClr val="003B92"/>
              </a:solidFill>
            </a:ln>
          </p:spPr>
          <p:style>
            <a:lnRef idx="1">
              <a:schemeClr val="accent1"/>
            </a:lnRef>
            <a:fillRef idx="0">
              <a:schemeClr val="accent1"/>
            </a:fillRef>
            <a:effectRef idx="0">
              <a:schemeClr val="accent1"/>
            </a:effectRef>
            <a:fontRef idx="minor">
              <a:schemeClr val="tx1"/>
            </a:fontRef>
          </p:style>
        </p:cxnSp>
      </p:grpSp>
      <p:sp>
        <p:nvSpPr>
          <p:cNvPr id="53" name="文本框 52">
            <a:extLst>
              <a:ext uri="{FF2B5EF4-FFF2-40B4-BE49-F238E27FC236}">
                <a16:creationId xmlns:a16="http://schemas.microsoft.com/office/drawing/2014/main" id="{7C94465F-2A57-4420-9BEF-127F21D4EDA0}"/>
              </a:ext>
            </a:extLst>
          </p:cNvPr>
          <p:cNvSpPr txBox="1"/>
          <p:nvPr/>
        </p:nvSpPr>
        <p:spPr>
          <a:xfrm>
            <a:off x="1347520" y="2820838"/>
            <a:ext cx="7306623" cy="46166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400" dirty="0">
                <a:solidFill>
                  <a:srgbClr val="003B92"/>
                </a:solidFill>
                <a:effectLst/>
                <a:latin typeface="微软雅黑" panose="020B0503020204020204" pitchFamily="34" charset="-122"/>
                <a:ea typeface="微软雅黑" panose="020B0503020204020204" pitchFamily="34" charset="-122"/>
              </a:rPr>
              <a:t>李旭辉：负责系统开发，数据库设计，修复</a:t>
            </a:r>
            <a:r>
              <a:rPr lang="en-US" altLang="zh-CN" sz="2400" dirty="0">
                <a:solidFill>
                  <a:srgbClr val="003B92"/>
                </a:solidFill>
                <a:effectLst/>
                <a:latin typeface="微软雅黑" panose="020B0503020204020204" pitchFamily="34" charset="-122"/>
                <a:ea typeface="微软雅黑" panose="020B0503020204020204" pitchFamily="34" charset="-122"/>
              </a:rPr>
              <a:t>BUG</a:t>
            </a:r>
          </a:p>
        </p:txBody>
      </p:sp>
      <p:sp>
        <p:nvSpPr>
          <p:cNvPr id="9" name="矩形 8">
            <a:extLst>
              <a:ext uri="{FF2B5EF4-FFF2-40B4-BE49-F238E27FC236}">
                <a16:creationId xmlns:a16="http://schemas.microsoft.com/office/drawing/2014/main" id="{7BD13708-1123-6E46-0160-3A28B095265A}"/>
              </a:ext>
            </a:extLst>
          </p:cNvPr>
          <p:cNvSpPr/>
          <p:nvPr/>
        </p:nvSpPr>
        <p:spPr>
          <a:xfrm flipH="1">
            <a:off x="1437443" y="2261249"/>
            <a:ext cx="4526452" cy="387202"/>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46800" rIns="90000" bIns="46800" numCol="1" spcCol="0" rtlCol="0" fromWordArt="0" anchor="t" anchorCtr="0" forceAA="0" compatLnSpc="1">
            <a:noAutofit/>
          </a:bodyPr>
          <a:lstStyle/>
          <a:p>
            <a:r>
              <a:rPr lang="en-US" altLang="zh-CN" sz="1600" dirty="0">
                <a:solidFill>
                  <a:srgbClr val="003B92"/>
                </a:solidFill>
                <a:latin typeface="微软雅黑" panose="020B0503020204020204" pitchFamily="34" charset="-122"/>
                <a:ea typeface="微软雅黑" panose="020B0503020204020204" pitchFamily="34" charset="-122"/>
              </a:rPr>
              <a:t> </a:t>
            </a:r>
          </a:p>
        </p:txBody>
      </p:sp>
      <p:pic>
        <p:nvPicPr>
          <p:cNvPr id="7" name="图片 6">
            <a:extLst>
              <a:ext uri="{FF2B5EF4-FFF2-40B4-BE49-F238E27FC236}">
                <a16:creationId xmlns:a16="http://schemas.microsoft.com/office/drawing/2014/main" id="{A37D0180-9434-5357-8690-4249B3658F5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7077" y="1407673"/>
            <a:ext cx="2578102" cy="477812"/>
          </a:xfrm>
          <a:prstGeom prst="rect">
            <a:avLst/>
          </a:prstGeom>
        </p:spPr>
      </p:pic>
      <p:cxnSp>
        <p:nvCxnSpPr>
          <p:cNvPr id="14" name="直接连接符 13">
            <a:extLst>
              <a:ext uri="{FF2B5EF4-FFF2-40B4-BE49-F238E27FC236}">
                <a16:creationId xmlns:a16="http://schemas.microsoft.com/office/drawing/2014/main" id="{C5E32705-C6AA-BC99-D823-EF2B50676BE8}"/>
              </a:ext>
            </a:extLst>
          </p:cNvPr>
          <p:cNvCxnSpPr>
            <a:cxnSpLocks/>
          </p:cNvCxnSpPr>
          <p:nvPr/>
        </p:nvCxnSpPr>
        <p:spPr>
          <a:xfrm>
            <a:off x="1184994" y="1586109"/>
            <a:ext cx="0" cy="208248"/>
          </a:xfrm>
          <a:prstGeom prst="line">
            <a:avLst/>
          </a:prstGeom>
          <a:ln w="66675">
            <a:solidFill>
              <a:srgbClr val="004EA2"/>
            </a:solidFill>
          </a:ln>
        </p:spPr>
        <p:style>
          <a:lnRef idx="1">
            <a:schemeClr val="accent1"/>
          </a:lnRef>
          <a:fillRef idx="0">
            <a:schemeClr val="accent1"/>
          </a:fillRef>
          <a:effectRef idx="0">
            <a:schemeClr val="accent1"/>
          </a:effectRef>
          <a:fontRef idx="minor">
            <a:schemeClr val="tx1"/>
          </a:fontRef>
        </p:style>
      </p:cxnSp>
      <p:cxnSp>
        <p:nvCxnSpPr>
          <p:cNvPr id="2" name="直接连接符 1">
            <a:extLst>
              <a:ext uri="{FF2B5EF4-FFF2-40B4-BE49-F238E27FC236}">
                <a16:creationId xmlns:a16="http://schemas.microsoft.com/office/drawing/2014/main" id="{7101526F-C850-D4DB-ED13-466F5CCEC42E}"/>
              </a:ext>
            </a:extLst>
          </p:cNvPr>
          <p:cNvCxnSpPr>
            <a:cxnSpLocks/>
          </p:cNvCxnSpPr>
          <p:nvPr/>
        </p:nvCxnSpPr>
        <p:spPr>
          <a:xfrm>
            <a:off x="1437443" y="3962051"/>
            <a:ext cx="465826" cy="0"/>
          </a:xfrm>
          <a:prstGeom prst="line">
            <a:avLst/>
          </a:prstGeom>
          <a:ln>
            <a:solidFill>
              <a:srgbClr val="003B92"/>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56844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DBD2AC8-1A20-5E93-EFDC-1F3E91D10F1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12740" y="3957345"/>
            <a:ext cx="2379260" cy="2841998"/>
          </a:xfrm>
          <a:prstGeom prst="rect">
            <a:avLst/>
          </a:prstGeom>
          <a:noFill/>
        </p:spPr>
      </p:pic>
      <p:sp>
        <p:nvSpPr>
          <p:cNvPr id="33" name="矩形 32">
            <a:extLst>
              <a:ext uri="{FF2B5EF4-FFF2-40B4-BE49-F238E27FC236}">
                <a16:creationId xmlns:a16="http://schemas.microsoft.com/office/drawing/2014/main" id="{79C39CEA-700E-43FA-B0DD-97E60DD222D5}"/>
              </a:ext>
            </a:extLst>
          </p:cNvPr>
          <p:cNvSpPr/>
          <p:nvPr/>
        </p:nvSpPr>
        <p:spPr>
          <a:xfrm>
            <a:off x="1276450" y="1260768"/>
            <a:ext cx="4160074" cy="771623"/>
          </a:xfrm>
          <a:prstGeom prst="rect">
            <a:avLst/>
          </a:prstGeom>
        </p:spPr>
        <p:txBody>
          <a:bodyPr wrap="square" lIns="90000" tIns="46800" rIns="90000" bIns="46800" anchor="b" anchorCtr="0">
            <a:spAutoFit/>
          </a:bodyPr>
          <a:lstStyle/>
          <a:p>
            <a:pPr>
              <a:buSzPct val="25000"/>
            </a:pPr>
            <a:r>
              <a:rPr lang="zh-CN" altLang="en-US" sz="4400" b="1" dirty="0">
                <a:solidFill>
                  <a:srgbClr val="003B92"/>
                </a:solidFill>
                <a:latin typeface="微软雅黑" panose="020B0503020204020204" pitchFamily="34" charset="-122"/>
                <a:ea typeface="微软雅黑" panose="020B0503020204020204" pitchFamily="34" charset="-122"/>
              </a:rPr>
              <a:t>目录</a:t>
            </a:r>
            <a:r>
              <a:rPr lang="en-US" altLang="zh-CN" sz="2400" dirty="0">
                <a:solidFill>
                  <a:srgbClr val="003B92"/>
                </a:solidFill>
                <a:latin typeface="微软雅黑" panose="020B0503020204020204" pitchFamily="34" charset="-122"/>
                <a:ea typeface="微软雅黑" panose="020B0503020204020204" pitchFamily="34" charset="-122"/>
              </a:rPr>
              <a:t>/CONTENTS</a:t>
            </a:r>
            <a:endParaRPr lang="en-US" altLang="zh-CN" sz="4400" dirty="0">
              <a:solidFill>
                <a:srgbClr val="003B92"/>
              </a:solidFill>
              <a:latin typeface="微软雅黑" panose="020B0503020204020204" pitchFamily="34" charset="-122"/>
              <a:ea typeface="微软雅黑" panose="020B0503020204020204" pitchFamily="34" charset="-122"/>
            </a:endParaRPr>
          </a:p>
        </p:txBody>
      </p:sp>
      <p:cxnSp>
        <p:nvCxnSpPr>
          <p:cNvPr id="35" name="直接连接符 34">
            <a:extLst>
              <a:ext uri="{FF2B5EF4-FFF2-40B4-BE49-F238E27FC236}">
                <a16:creationId xmlns:a16="http://schemas.microsoft.com/office/drawing/2014/main" id="{1C9EE55B-B79F-4B6A-97C6-49883381E694}"/>
              </a:ext>
            </a:extLst>
          </p:cNvPr>
          <p:cNvCxnSpPr>
            <a:cxnSpLocks/>
          </p:cNvCxnSpPr>
          <p:nvPr/>
        </p:nvCxnSpPr>
        <p:spPr>
          <a:xfrm>
            <a:off x="5559148" y="1309659"/>
            <a:ext cx="0" cy="673840"/>
          </a:xfrm>
          <a:prstGeom prst="line">
            <a:avLst/>
          </a:prstGeom>
          <a:ln w="12700">
            <a:solidFill>
              <a:srgbClr val="003B92"/>
            </a:solidFill>
          </a:ln>
        </p:spPr>
        <p:style>
          <a:lnRef idx="1">
            <a:schemeClr val="accent1"/>
          </a:lnRef>
          <a:fillRef idx="0">
            <a:schemeClr val="accent1"/>
          </a:fillRef>
          <a:effectRef idx="0">
            <a:schemeClr val="accent1"/>
          </a:effectRef>
          <a:fontRef idx="minor">
            <a:schemeClr val="tx1"/>
          </a:fontRef>
        </p:style>
      </p:cxnSp>
      <p:sp>
        <p:nvSpPr>
          <p:cNvPr id="56" name="矩形 55">
            <a:extLst>
              <a:ext uri="{FF2B5EF4-FFF2-40B4-BE49-F238E27FC236}">
                <a16:creationId xmlns:a16="http://schemas.microsoft.com/office/drawing/2014/main" id="{4F533E62-C3DE-4CC0-843D-BD2BAF42026C}"/>
              </a:ext>
            </a:extLst>
          </p:cNvPr>
          <p:cNvSpPr/>
          <p:nvPr/>
        </p:nvSpPr>
        <p:spPr>
          <a:xfrm flipH="1">
            <a:off x="1291981" y="4483572"/>
            <a:ext cx="2151254" cy="3872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46800" rIns="90000" bIns="46800" numCol="1" spcCol="0" rtlCol="0" fromWordArt="0" anchor="t" anchorCtr="0" forceAA="0" compatLnSpc="1">
            <a:noAutofit/>
          </a:bodyPr>
          <a:lstStyle/>
          <a:p>
            <a:r>
              <a:rPr lang="zh-CN" altLang="en-US" dirty="0">
                <a:solidFill>
                  <a:srgbClr val="003B92"/>
                </a:solidFill>
                <a:latin typeface="微软雅黑" panose="020B0503020204020204" pitchFamily="34" charset="-122"/>
                <a:ea typeface="微软雅黑" panose="020B0503020204020204" pitchFamily="34" charset="-122"/>
              </a:rPr>
              <a:t>项目总述</a:t>
            </a:r>
            <a:endParaRPr lang="en-US" altLang="zh-CN" dirty="0">
              <a:solidFill>
                <a:srgbClr val="003B92"/>
              </a:solidFill>
              <a:latin typeface="微软雅黑" panose="020B0503020204020204" pitchFamily="34" charset="-122"/>
              <a:ea typeface="微软雅黑" panose="020B0503020204020204" pitchFamily="34" charset="-122"/>
            </a:endParaRPr>
          </a:p>
        </p:txBody>
      </p:sp>
      <p:grpSp>
        <p:nvGrpSpPr>
          <p:cNvPr id="57" name="组合 56">
            <a:extLst>
              <a:ext uri="{FF2B5EF4-FFF2-40B4-BE49-F238E27FC236}">
                <a16:creationId xmlns:a16="http://schemas.microsoft.com/office/drawing/2014/main" id="{7D908010-BA05-46EE-8989-4823125A1EC5}"/>
              </a:ext>
            </a:extLst>
          </p:cNvPr>
          <p:cNvGrpSpPr/>
          <p:nvPr/>
        </p:nvGrpSpPr>
        <p:grpSpPr>
          <a:xfrm>
            <a:off x="1291982" y="3710718"/>
            <a:ext cx="2223984" cy="461665"/>
            <a:chOff x="1258891" y="3121223"/>
            <a:chExt cx="2223984" cy="461665"/>
          </a:xfrm>
        </p:grpSpPr>
        <p:sp>
          <p:nvSpPr>
            <p:cNvPr id="58" name="文本框 57">
              <a:extLst>
                <a:ext uri="{FF2B5EF4-FFF2-40B4-BE49-F238E27FC236}">
                  <a16:creationId xmlns:a16="http://schemas.microsoft.com/office/drawing/2014/main" id="{BB16F4CC-7DB4-482C-B629-F48293969A12}"/>
                </a:ext>
              </a:extLst>
            </p:cNvPr>
            <p:cNvSpPr txBox="1"/>
            <p:nvPr/>
          </p:nvSpPr>
          <p:spPr>
            <a:xfrm>
              <a:off x="1258891" y="3121223"/>
              <a:ext cx="2223984" cy="46166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400" dirty="0">
                  <a:solidFill>
                    <a:srgbClr val="003B92"/>
                  </a:solidFill>
                  <a:effectLst/>
                  <a:latin typeface="微软雅黑" panose="020B0503020204020204" pitchFamily="34" charset="-122"/>
                  <a:ea typeface="微软雅黑" panose="020B0503020204020204" pitchFamily="34" charset="-122"/>
                </a:rPr>
                <a:t>第一部分</a:t>
              </a:r>
              <a:endParaRPr lang="en-US" altLang="zh-CN" sz="2400" dirty="0">
                <a:solidFill>
                  <a:srgbClr val="003B92"/>
                </a:solidFill>
                <a:effectLst/>
                <a:latin typeface="微软雅黑" panose="020B0503020204020204" pitchFamily="34" charset="-122"/>
                <a:ea typeface="微软雅黑" panose="020B0503020204020204" pitchFamily="34" charset="-122"/>
              </a:endParaRPr>
            </a:p>
          </p:txBody>
        </p:sp>
        <p:cxnSp>
          <p:nvCxnSpPr>
            <p:cNvPr id="59" name="直接连接符 58">
              <a:extLst>
                <a:ext uri="{FF2B5EF4-FFF2-40B4-BE49-F238E27FC236}">
                  <a16:creationId xmlns:a16="http://schemas.microsoft.com/office/drawing/2014/main" id="{FCC42B47-2A51-4743-BE23-DA205509C42A}"/>
                </a:ext>
              </a:extLst>
            </p:cNvPr>
            <p:cNvCxnSpPr>
              <a:cxnSpLocks/>
            </p:cNvCxnSpPr>
            <p:nvPr/>
          </p:nvCxnSpPr>
          <p:spPr>
            <a:xfrm>
              <a:off x="1358732" y="3543682"/>
              <a:ext cx="465826" cy="0"/>
            </a:xfrm>
            <a:prstGeom prst="line">
              <a:avLst/>
            </a:prstGeom>
            <a:ln>
              <a:solidFill>
                <a:srgbClr val="003B92"/>
              </a:solidFill>
            </a:ln>
          </p:spPr>
          <p:style>
            <a:lnRef idx="1">
              <a:schemeClr val="accent1"/>
            </a:lnRef>
            <a:fillRef idx="0">
              <a:schemeClr val="accent1"/>
            </a:fillRef>
            <a:effectRef idx="0">
              <a:schemeClr val="accent1"/>
            </a:effectRef>
            <a:fontRef idx="minor">
              <a:schemeClr val="tx1"/>
            </a:fontRef>
          </p:style>
        </p:cxnSp>
      </p:grpSp>
      <p:sp>
        <p:nvSpPr>
          <p:cNvPr id="51" name="矩形 50">
            <a:extLst>
              <a:ext uri="{FF2B5EF4-FFF2-40B4-BE49-F238E27FC236}">
                <a16:creationId xmlns:a16="http://schemas.microsoft.com/office/drawing/2014/main" id="{0AEB799F-E29A-4865-8009-989A9A104641}"/>
              </a:ext>
            </a:extLst>
          </p:cNvPr>
          <p:cNvSpPr/>
          <p:nvPr/>
        </p:nvSpPr>
        <p:spPr>
          <a:xfrm flipH="1">
            <a:off x="3739910" y="4483572"/>
            <a:ext cx="2151254" cy="3872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46800" rIns="90000" bIns="46800" numCol="1" spcCol="0" rtlCol="0" fromWordArt="0" anchor="t" anchorCtr="0" forceAA="0" compatLnSpc="1">
            <a:noAutofit/>
          </a:bodyPr>
          <a:lstStyle/>
          <a:p>
            <a:r>
              <a:rPr lang="zh-CN" altLang="en-US" dirty="0">
                <a:solidFill>
                  <a:srgbClr val="003B92"/>
                </a:solidFill>
                <a:latin typeface="微软雅黑" panose="020B0503020204020204" pitchFamily="34" charset="-122"/>
                <a:ea typeface="微软雅黑" panose="020B0503020204020204" pitchFamily="34" charset="-122"/>
              </a:rPr>
              <a:t>原理与设计</a:t>
            </a:r>
            <a:endParaRPr lang="en-US" altLang="zh-CN" dirty="0">
              <a:solidFill>
                <a:srgbClr val="003B92"/>
              </a:solidFill>
              <a:latin typeface="微软雅黑" panose="020B0503020204020204" pitchFamily="34" charset="-122"/>
              <a:ea typeface="微软雅黑" panose="020B0503020204020204" pitchFamily="34" charset="-122"/>
            </a:endParaRPr>
          </a:p>
        </p:txBody>
      </p:sp>
      <p:grpSp>
        <p:nvGrpSpPr>
          <p:cNvPr id="52" name="组合 51">
            <a:extLst>
              <a:ext uri="{FF2B5EF4-FFF2-40B4-BE49-F238E27FC236}">
                <a16:creationId xmlns:a16="http://schemas.microsoft.com/office/drawing/2014/main" id="{8E76E9AC-42B6-4C04-B709-7F8292EB3E3B}"/>
              </a:ext>
            </a:extLst>
          </p:cNvPr>
          <p:cNvGrpSpPr/>
          <p:nvPr/>
        </p:nvGrpSpPr>
        <p:grpSpPr>
          <a:xfrm>
            <a:off x="3739911" y="3710718"/>
            <a:ext cx="2223984" cy="461665"/>
            <a:chOff x="1258891" y="3121223"/>
            <a:chExt cx="2223984" cy="461665"/>
          </a:xfrm>
        </p:grpSpPr>
        <p:sp>
          <p:nvSpPr>
            <p:cNvPr id="53" name="文本框 52">
              <a:extLst>
                <a:ext uri="{FF2B5EF4-FFF2-40B4-BE49-F238E27FC236}">
                  <a16:creationId xmlns:a16="http://schemas.microsoft.com/office/drawing/2014/main" id="{7C94465F-2A57-4420-9BEF-127F21D4EDA0}"/>
                </a:ext>
              </a:extLst>
            </p:cNvPr>
            <p:cNvSpPr txBox="1"/>
            <p:nvPr/>
          </p:nvSpPr>
          <p:spPr>
            <a:xfrm>
              <a:off x="1258891" y="3121223"/>
              <a:ext cx="2223984" cy="46166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400" dirty="0">
                  <a:solidFill>
                    <a:srgbClr val="003B92"/>
                  </a:solidFill>
                  <a:effectLst/>
                  <a:latin typeface="微软雅黑" panose="020B0503020204020204" pitchFamily="34" charset="-122"/>
                  <a:ea typeface="微软雅黑" panose="020B0503020204020204" pitchFamily="34" charset="-122"/>
                </a:rPr>
                <a:t>第二部分</a:t>
              </a:r>
              <a:endParaRPr lang="en-US" altLang="zh-CN" sz="2400" dirty="0">
                <a:solidFill>
                  <a:srgbClr val="003B92"/>
                </a:solidFill>
                <a:effectLst/>
                <a:latin typeface="微软雅黑" panose="020B0503020204020204" pitchFamily="34" charset="-122"/>
                <a:ea typeface="微软雅黑" panose="020B0503020204020204" pitchFamily="34" charset="-122"/>
              </a:endParaRPr>
            </a:p>
          </p:txBody>
        </p:sp>
        <p:cxnSp>
          <p:nvCxnSpPr>
            <p:cNvPr id="54" name="直接连接符 53">
              <a:extLst>
                <a:ext uri="{FF2B5EF4-FFF2-40B4-BE49-F238E27FC236}">
                  <a16:creationId xmlns:a16="http://schemas.microsoft.com/office/drawing/2014/main" id="{365636F7-508B-47C8-8298-A80FD6495051}"/>
                </a:ext>
              </a:extLst>
            </p:cNvPr>
            <p:cNvCxnSpPr>
              <a:cxnSpLocks/>
            </p:cNvCxnSpPr>
            <p:nvPr/>
          </p:nvCxnSpPr>
          <p:spPr>
            <a:xfrm>
              <a:off x="1358732" y="3543682"/>
              <a:ext cx="465826" cy="0"/>
            </a:xfrm>
            <a:prstGeom prst="line">
              <a:avLst/>
            </a:prstGeom>
            <a:ln>
              <a:solidFill>
                <a:srgbClr val="003B92"/>
              </a:solidFill>
            </a:ln>
          </p:spPr>
          <p:style>
            <a:lnRef idx="1">
              <a:schemeClr val="accent1"/>
            </a:lnRef>
            <a:fillRef idx="0">
              <a:schemeClr val="accent1"/>
            </a:fillRef>
            <a:effectRef idx="0">
              <a:schemeClr val="accent1"/>
            </a:effectRef>
            <a:fontRef idx="minor">
              <a:schemeClr val="tx1"/>
            </a:fontRef>
          </p:style>
        </p:cxnSp>
      </p:grpSp>
      <p:sp>
        <p:nvSpPr>
          <p:cNvPr id="46" name="矩形 45">
            <a:extLst>
              <a:ext uri="{FF2B5EF4-FFF2-40B4-BE49-F238E27FC236}">
                <a16:creationId xmlns:a16="http://schemas.microsoft.com/office/drawing/2014/main" id="{9A6BAF07-AA0B-41A3-A2FA-0279159472E3}"/>
              </a:ext>
            </a:extLst>
          </p:cNvPr>
          <p:cNvSpPr/>
          <p:nvPr/>
        </p:nvSpPr>
        <p:spPr>
          <a:xfrm flipH="1">
            <a:off x="6187839" y="4483572"/>
            <a:ext cx="2151254" cy="3872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46800" rIns="90000" bIns="46800" numCol="1" spcCol="0" rtlCol="0" fromWordArt="0" anchor="t" anchorCtr="0" forceAA="0" compatLnSpc="1">
            <a:noAutofit/>
          </a:bodyPr>
          <a:lstStyle/>
          <a:p>
            <a:r>
              <a:rPr lang="zh-CN" altLang="en-US" dirty="0">
                <a:solidFill>
                  <a:srgbClr val="003B92"/>
                </a:solidFill>
                <a:latin typeface="微软雅黑" panose="020B0503020204020204" pitchFamily="34" charset="-122"/>
                <a:ea typeface="微软雅黑" panose="020B0503020204020204" pitchFamily="34" charset="-122"/>
              </a:rPr>
              <a:t>功能展示</a:t>
            </a:r>
            <a:endParaRPr lang="en-US" altLang="zh-CN" dirty="0">
              <a:solidFill>
                <a:srgbClr val="003B92"/>
              </a:solidFill>
              <a:latin typeface="微软雅黑" panose="020B0503020204020204" pitchFamily="34" charset="-122"/>
              <a:ea typeface="微软雅黑" panose="020B0503020204020204" pitchFamily="34" charset="-122"/>
            </a:endParaRPr>
          </a:p>
          <a:p>
            <a:endParaRPr lang="en-US" altLang="zh-CN" dirty="0">
              <a:solidFill>
                <a:srgbClr val="003B92"/>
              </a:solidFill>
              <a:latin typeface="微软雅黑" panose="020B0503020204020204" pitchFamily="34" charset="-122"/>
              <a:ea typeface="微软雅黑" panose="020B0503020204020204" pitchFamily="34" charset="-122"/>
            </a:endParaRPr>
          </a:p>
        </p:txBody>
      </p:sp>
      <p:grpSp>
        <p:nvGrpSpPr>
          <p:cNvPr id="47" name="组合 46">
            <a:extLst>
              <a:ext uri="{FF2B5EF4-FFF2-40B4-BE49-F238E27FC236}">
                <a16:creationId xmlns:a16="http://schemas.microsoft.com/office/drawing/2014/main" id="{6402E81E-D17A-4CA8-A594-F99FF2C25E0B}"/>
              </a:ext>
            </a:extLst>
          </p:cNvPr>
          <p:cNvGrpSpPr/>
          <p:nvPr/>
        </p:nvGrpSpPr>
        <p:grpSpPr>
          <a:xfrm>
            <a:off x="6187840" y="3710718"/>
            <a:ext cx="2223984" cy="461665"/>
            <a:chOff x="1258891" y="3121223"/>
            <a:chExt cx="2223984" cy="461665"/>
          </a:xfrm>
        </p:grpSpPr>
        <p:sp>
          <p:nvSpPr>
            <p:cNvPr id="48" name="文本框 47">
              <a:extLst>
                <a:ext uri="{FF2B5EF4-FFF2-40B4-BE49-F238E27FC236}">
                  <a16:creationId xmlns:a16="http://schemas.microsoft.com/office/drawing/2014/main" id="{3E296FBB-B357-47CE-B48D-9592D78C07DF}"/>
                </a:ext>
              </a:extLst>
            </p:cNvPr>
            <p:cNvSpPr txBox="1"/>
            <p:nvPr/>
          </p:nvSpPr>
          <p:spPr>
            <a:xfrm>
              <a:off x="1258891" y="3121223"/>
              <a:ext cx="2223984" cy="46166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400" dirty="0">
                  <a:solidFill>
                    <a:srgbClr val="003B92"/>
                  </a:solidFill>
                  <a:effectLst/>
                  <a:latin typeface="微软雅黑" panose="020B0503020204020204" pitchFamily="34" charset="-122"/>
                  <a:ea typeface="微软雅黑" panose="020B0503020204020204" pitchFamily="34" charset="-122"/>
                </a:rPr>
                <a:t>第三部分</a:t>
              </a:r>
              <a:endParaRPr lang="en-US" altLang="zh-CN" sz="2400" dirty="0">
                <a:solidFill>
                  <a:srgbClr val="003B92"/>
                </a:solidFill>
                <a:effectLst/>
                <a:latin typeface="微软雅黑" panose="020B0503020204020204" pitchFamily="34" charset="-122"/>
                <a:ea typeface="微软雅黑" panose="020B0503020204020204" pitchFamily="34" charset="-122"/>
              </a:endParaRPr>
            </a:p>
          </p:txBody>
        </p:sp>
        <p:cxnSp>
          <p:nvCxnSpPr>
            <p:cNvPr id="49" name="直接连接符 48">
              <a:extLst>
                <a:ext uri="{FF2B5EF4-FFF2-40B4-BE49-F238E27FC236}">
                  <a16:creationId xmlns:a16="http://schemas.microsoft.com/office/drawing/2014/main" id="{3CFA190F-A44C-472D-B8C8-449739075CFD}"/>
                </a:ext>
              </a:extLst>
            </p:cNvPr>
            <p:cNvCxnSpPr>
              <a:cxnSpLocks/>
            </p:cNvCxnSpPr>
            <p:nvPr/>
          </p:nvCxnSpPr>
          <p:spPr>
            <a:xfrm>
              <a:off x="1358732" y="3543682"/>
              <a:ext cx="465826" cy="0"/>
            </a:xfrm>
            <a:prstGeom prst="line">
              <a:avLst/>
            </a:prstGeom>
            <a:ln>
              <a:solidFill>
                <a:srgbClr val="003B92"/>
              </a:solidFill>
            </a:ln>
          </p:spPr>
          <p:style>
            <a:lnRef idx="1">
              <a:schemeClr val="accent1"/>
            </a:lnRef>
            <a:fillRef idx="0">
              <a:schemeClr val="accent1"/>
            </a:fillRef>
            <a:effectRef idx="0">
              <a:schemeClr val="accent1"/>
            </a:effectRef>
            <a:fontRef idx="minor">
              <a:schemeClr val="tx1"/>
            </a:fontRef>
          </p:style>
        </p:cxnSp>
      </p:grpSp>
      <p:sp>
        <p:nvSpPr>
          <p:cNvPr id="41" name="矩形 40">
            <a:extLst>
              <a:ext uri="{FF2B5EF4-FFF2-40B4-BE49-F238E27FC236}">
                <a16:creationId xmlns:a16="http://schemas.microsoft.com/office/drawing/2014/main" id="{1E0C7A71-B193-49E8-920D-8E404E5858FD}"/>
              </a:ext>
            </a:extLst>
          </p:cNvPr>
          <p:cNvSpPr/>
          <p:nvPr/>
        </p:nvSpPr>
        <p:spPr>
          <a:xfrm flipH="1">
            <a:off x="8635769" y="4483572"/>
            <a:ext cx="2151254" cy="3872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46800" rIns="90000" bIns="46800" numCol="1" spcCol="0" rtlCol="0" fromWordArt="0" anchor="t" anchorCtr="0" forceAA="0" compatLnSpc="1">
            <a:noAutofit/>
          </a:bodyPr>
          <a:lstStyle/>
          <a:p>
            <a:r>
              <a:rPr lang="zh-CN" altLang="en-US" dirty="0">
                <a:solidFill>
                  <a:srgbClr val="003B92"/>
                </a:solidFill>
                <a:latin typeface="微软雅黑" panose="020B0503020204020204" pitchFamily="34" charset="-122"/>
                <a:ea typeface="微软雅黑" panose="020B0503020204020204" pitchFamily="34" charset="-122"/>
              </a:rPr>
              <a:t>代码实现</a:t>
            </a:r>
            <a:endParaRPr lang="en-US" altLang="zh-CN" dirty="0">
              <a:solidFill>
                <a:srgbClr val="003B92"/>
              </a:solidFill>
              <a:latin typeface="微软雅黑" panose="020B0503020204020204" pitchFamily="34" charset="-122"/>
              <a:ea typeface="微软雅黑" panose="020B0503020204020204" pitchFamily="34" charset="-122"/>
            </a:endParaRPr>
          </a:p>
        </p:txBody>
      </p:sp>
      <p:grpSp>
        <p:nvGrpSpPr>
          <p:cNvPr id="42" name="组合 41">
            <a:extLst>
              <a:ext uri="{FF2B5EF4-FFF2-40B4-BE49-F238E27FC236}">
                <a16:creationId xmlns:a16="http://schemas.microsoft.com/office/drawing/2014/main" id="{E5455CA6-24FF-4C48-A9FA-BB094266DAF4}"/>
              </a:ext>
            </a:extLst>
          </p:cNvPr>
          <p:cNvGrpSpPr/>
          <p:nvPr/>
        </p:nvGrpSpPr>
        <p:grpSpPr>
          <a:xfrm>
            <a:off x="8635770" y="3710718"/>
            <a:ext cx="2223984" cy="461665"/>
            <a:chOff x="1258891" y="3121223"/>
            <a:chExt cx="2223984" cy="461665"/>
          </a:xfrm>
        </p:grpSpPr>
        <p:sp>
          <p:nvSpPr>
            <p:cNvPr id="43" name="文本框 42">
              <a:extLst>
                <a:ext uri="{FF2B5EF4-FFF2-40B4-BE49-F238E27FC236}">
                  <a16:creationId xmlns:a16="http://schemas.microsoft.com/office/drawing/2014/main" id="{C10736AD-0790-4DC3-B3D1-20EF29844A5F}"/>
                </a:ext>
              </a:extLst>
            </p:cNvPr>
            <p:cNvSpPr txBox="1"/>
            <p:nvPr/>
          </p:nvSpPr>
          <p:spPr>
            <a:xfrm>
              <a:off x="1258891" y="3121223"/>
              <a:ext cx="2223984" cy="46166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2400" dirty="0">
                  <a:solidFill>
                    <a:srgbClr val="003B92"/>
                  </a:solidFill>
                  <a:effectLst/>
                  <a:latin typeface="微软雅黑" panose="020B0503020204020204" pitchFamily="34" charset="-122"/>
                  <a:ea typeface="微软雅黑" panose="020B0503020204020204" pitchFamily="34" charset="-122"/>
                </a:rPr>
                <a:t>第四部分</a:t>
              </a:r>
              <a:endParaRPr lang="en-US" altLang="zh-CN" sz="2400" dirty="0">
                <a:solidFill>
                  <a:srgbClr val="003B92"/>
                </a:solidFill>
                <a:effectLst/>
                <a:latin typeface="微软雅黑" panose="020B0503020204020204" pitchFamily="34" charset="-122"/>
                <a:ea typeface="微软雅黑" panose="020B0503020204020204" pitchFamily="34" charset="-122"/>
              </a:endParaRPr>
            </a:p>
          </p:txBody>
        </p:sp>
        <p:cxnSp>
          <p:nvCxnSpPr>
            <p:cNvPr id="44" name="直接连接符 43">
              <a:extLst>
                <a:ext uri="{FF2B5EF4-FFF2-40B4-BE49-F238E27FC236}">
                  <a16:creationId xmlns:a16="http://schemas.microsoft.com/office/drawing/2014/main" id="{C9B117C3-3193-4260-9C7B-A1FF1F6907C4}"/>
                </a:ext>
              </a:extLst>
            </p:cNvPr>
            <p:cNvCxnSpPr>
              <a:cxnSpLocks/>
            </p:cNvCxnSpPr>
            <p:nvPr/>
          </p:nvCxnSpPr>
          <p:spPr>
            <a:xfrm>
              <a:off x="1358732" y="3543682"/>
              <a:ext cx="465826" cy="0"/>
            </a:xfrm>
            <a:prstGeom prst="line">
              <a:avLst/>
            </a:prstGeom>
            <a:ln>
              <a:solidFill>
                <a:srgbClr val="003B92"/>
              </a:solidFill>
            </a:ln>
          </p:spPr>
          <p:style>
            <a:lnRef idx="1">
              <a:schemeClr val="accent1"/>
            </a:lnRef>
            <a:fillRef idx="0">
              <a:schemeClr val="accent1"/>
            </a:fillRef>
            <a:effectRef idx="0">
              <a:schemeClr val="accent1"/>
            </a:effectRef>
            <a:fontRef idx="minor">
              <a:schemeClr val="tx1"/>
            </a:fontRef>
          </p:style>
        </p:cxnSp>
      </p:grpSp>
      <p:pic>
        <p:nvPicPr>
          <p:cNvPr id="7" name="图片 6">
            <a:extLst>
              <a:ext uri="{FF2B5EF4-FFF2-40B4-BE49-F238E27FC236}">
                <a16:creationId xmlns:a16="http://schemas.microsoft.com/office/drawing/2014/main" id="{A37D0180-9434-5357-8690-4249B3658F5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7077" y="1407673"/>
            <a:ext cx="2578102" cy="477812"/>
          </a:xfrm>
          <a:prstGeom prst="rect">
            <a:avLst/>
          </a:prstGeom>
        </p:spPr>
      </p:pic>
      <p:cxnSp>
        <p:nvCxnSpPr>
          <p:cNvPr id="14" name="直接连接符 13">
            <a:extLst>
              <a:ext uri="{FF2B5EF4-FFF2-40B4-BE49-F238E27FC236}">
                <a16:creationId xmlns:a16="http://schemas.microsoft.com/office/drawing/2014/main" id="{C5E32705-C6AA-BC99-D823-EF2B50676BE8}"/>
              </a:ext>
            </a:extLst>
          </p:cNvPr>
          <p:cNvCxnSpPr>
            <a:cxnSpLocks/>
          </p:cNvCxnSpPr>
          <p:nvPr/>
        </p:nvCxnSpPr>
        <p:spPr>
          <a:xfrm>
            <a:off x="1184994" y="1586109"/>
            <a:ext cx="0" cy="208248"/>
          </a:xfrm>
          <a:prstGeom prst="line">
            <a:avLst/>
          </a:prstGeom>
          <a:ln w="66675">
            <a:solidFill>
              <a:srgbClr val="004EA2"/>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053954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701A628-08CF-8311-2C1F-6AA3C24AA0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28932" y="2113836"/>
            <a:ext cx="4063068" cy="4853287"/>
          </a:xfrm>
          <a:prstGeom prst="rect">
            <a:avLst/>
          </a:prstGeom>
          <a:noFill/>
        </p:spPr>
      </p:pic>
      <p:pic>
        <p:nvPicPr>
          <p:cNvPr id="3" name="图片 2">
            <a:extLst>
              <a:ext uri="{FF2B5EF4-FFF2-40B4-BE49-F238E27FC236}">
                <a16:creationId xmlns:a16="http://schemas.microsoft.com/office/drawing/2014/main" id="{541D431E-8E8A-71EA-7737-26201D8721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950" y="208047"/>
            <a:ext cx="2578102" cy="477812"/>
          </a:xfrm>
          <a:prstGeom prst="rect">
            <a:avLst/>
          </a:prstGeom>
        </p:spPr>
      </p:pic>
      <p:grpSp>
        <p:nvGrpSpPr>
          <p:cNvPr id="4" name="组合 3">
            <a:extLst>
              <a:ext uri="{FF2B5EF4-FFF2-40B4-BE49-F238E27FC236}">
                <a16:creationId xmlns:a16="http://schemas.microsoft.com/office/drawing/2014/main" id="{0EC5DEBB-0F1E-9F2A-222A-AD7AFD574B76}"/>
              </a:ext>
            </a:extLst>
          </p:cNvPr>
          <p:cNvGrpSpPr/>
          <p:nvPr/>
        </p:nvGrpSpPr>
        <p:grpSpPr>
          <a:xfrm>
            <a:off x="6988665" y="1241057"/>
            <a:ext cx="4290678" cy="1107996"/>
            <a:chOff x="1750244" y="3082533"/>
            <a:chExt cx="2223984" cy="414115"/>
          </a:xfrm>
        </p:grpSpPr>
        <p:sp>
          <p:nvSpPr>
            <p:cNvPr id="5" name="文本框 4">
              <a:extLst>
                <a:ext uri="{FF2B5EF4-FFF2-40B4-BE49-F238E27FC236}">
                  <a16:creationId xmlns:a16="http://schemas.microsoft.com/office/drawing/2014/main" id="{E8FFDA9F-C224-8AC7-0C2E-2126A87E53C1}"/>
                </a:ext>
              </a:extLst>
            </p:cNvPr>
            <p:cNvSpPr txBox="1"/>
            <p:nvPr/>
          </p:nvSpPr>
          <p:spPr>
            <a:xfrm>
              <a:off x="1750244" y="3082533"/>
              <a:ext cx="2223984" cy="41411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6600" dirty="0">
                  <a:solidFill>
                    <a:srgbClr val="003B92"/>
                  </a:solidFill>
                  <a:effectLst/>
                  <a:latin typeface="微软雅黑" panose="020B0503020204020204" pitchFamily="34" charset="-122"/>
                  <a:ea typeface="微软雅黑" panose="020B0503020204020204" pitchFamily="34" charset="-122"/>
                </a:rPr>
                <a:t>第一部分</a:t>
              </a:r>
              <a:endParaRPr lang="en-US" altLang="zh-CN" sz="6600" dirty="0">
                <a:solidFill>
                  <a:srgbClr val="003B92"/>
                </a:solidFill>
                <a:effectLst/>
                <a:latin typeface="微软雅黑" panose="020B0503020204020204" pitchFamily="34" charset="-122"/>
                <a:ea typeface="微软雅黑" panose="020B0503020204020204" pitchFamily="34" charset="-122"/>
              </a:endParaRPr>
            </a:p>
          </p:txBody>
        </p:sp>
        <p:cxnSp>
          <p:nvCxnSpPr>
            <p:cNvPr id="6" name="直接连接符 5">
              <a:extLst>
                <a:ext uri="{FF2B5EF4-FFF2-40B4-BE49-F238E27FC236}">
                  <a16:creationId xmlns:a16="http://schemas.microsoft.com/office/drawing/2014/main" id="{D801CC8A-CB7F-6632-96EC-FB3712E91A1C}"/>
                </a:ext>
              </a:extLst>
            </p:cNvPr>
            <p:cNvCxnSpPr>
              <a:cxnSpLocks/>
            </p:cNvCxnSpPr>
            <p:nvPr/>
          </p:nvCxnSpPr>
          <p:spPr>
            <a:xfrm>
              <a:off x="1802254" y="3496648"/>
              <a:ext cx="465826" cy="0"/>
            </a:xfrm>
            <a:prstGeom prst="line">
              <a:avLst/>
            </a:prstGeom>
            <a:ln>
              <a:solidFill>
                <a:srgbClr val="003B92"/>
              </a:solidFill>
            </a:ln>
          </p:spPr>
          <p:style>
            <a:lnRef idx="1">
              <a:schemeClr val="accent1"/>
            </a:lnRef>
            <a:fillRef idx="0">
              <a:schemeClr val="accent1"/>
            </a:fillRef>
            <a:effectRef idx="0">
              <a:schemeClr val="accent1"/>
            </a:effectRef>
            <a:fontRef idx="minor">
              <a:schemeClr val="tx1"/>
            </a:fontRef>
          </p:style>
        </p:cxnSp>
      </p:grpSp>
      <p:sp>
        <p:nvSpPr>
          <p:cNvPr id="7" name="矩形 6">
            <a:extLst>
              <a:ext uri="{FF2B5EF4-FFF2-40B4-BE49-F238E27FC236}">
                <a16:creationId xmlns:a16="http://schemas.microsoft.com/office/drawing/2014/main" id="{B7BE84E5-D232-66A2-D084-8C1180718EB2}"/>
              </a:ext>
            </a:extLst>
          </p:cNvPr>
          <p:cNvSpPr/>
          <p:nvPr/>
        </p:nvSpPr>
        <p:spPr>
          <a:xfrm flipH="1">
            <a:off x="7089007" y="2599737"/>
            <a:ext cx="4362199" cy="3872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46800" rIns="90000" bIns="46800" numCol="1" spcCol="0" rtlCol="0" fromWordArt="0" anchor="t" anchorCtr="0" forceAA="0" compatLnSpc="1">
            <a:noAutofit/>
          </a:bodyPr>
          <a:lstStyle/>
          <a:p>
            <a:r>
              <a:rPr lang="zh-CN" altLang="en-US" sz="4800" dirty="0">
                <a:solidFill>
                  <a:srgbClr val="003B92"/>
                </a:solidFill>
                <a:latin typeface="微软雅黑" panose="020B0503020204020204" pitchFamily="34" charset="-122"/>
                <a:ea typeface="微软雅黑" panose="020B0503020204020204" pitchFamily="34" charset="-122"/>
              </a:rPr>
              <a:t>项目总述</a:t>
            </a:r>
            <a:endParaRPr lang="en-US" altLang="zh-CN" sz="4800" dirty="0">
              <a:solidFill>
                <a:srgbClr val="003B92"/>
              </a:solidFill>
              <a:latin typeface="微软雅黑" panose="020B0503020204020204" pitchFamily="34" charset="-122"/>
              <a:ea typeface="微软雅黑" panose="020B0503020204020204" pitchFamily="34" charset="-122"/>
            </a:endParaRPr>
          </a:p>
        </p:txBody>
      </p:sp>
      <p:sp>
        <p:nvSpPr>
          <p:cNvPr id="8" name="任意多边形: 形状 7">
            <a:extLst>
              <a:ext uri="{FF2B5EF4-FFF2-40B4-BE49-F238E27FC236}">
                <a16:creationId xmlns:a16="http://schemas.microsoft.com/office/drawing/2014/main" id="{F627DFE5-CA71-313A-CA36-BC4219C1F384}"/>
              </a:ext>
            </a:extLst>
          </p:cNvPr>
          <p:cNvSpPr/>
          <p:nvPr/>
        </p:nvSpPr>
        <p:spPr>
          <a:xfrm>
            <a:off x="-112903" y="-36784"/>
            <a:ext cx="5130079" cy="6858000"/>
          </a:xfrm>
          <a:custGeom>
            <a:avLst/>
            <a:gdLst>
              <a:gd name="connsiteX0" fmla="*/ 0 w 5130079"/>
              <a:gd name="connsiteY0" fmla="*/ 0 h 6858000"/>
              <a:gd name="connsiteX1" fmla="*/ 5130079 w 5130079"/>
              <a:gd name="connsiteY1" fmla="*/ 0 h 6858000"/>
              <a:gd name="connsiteX2" fmla="*/ 5013684 w 5130079"/>
              <a:gd name="connsiteY2" fmla="*/ 148115 h 6858000"/>
              <a:gd name="connsiteX3" fmla="*/ 3924300 w 5130079"/>
              <a:gd name="connsiteY3" fmla="*/ 3429000 h 6858000"/>
              <a:gd name="connsiteX4" fmla="*/ 5013684 w 5130079"/>
              <a:gd name="connsiteY4" fmla="*/ 6709885 h 6858000"/>
              <a:gd name="connsiteX5" fmla="*/ 5130079 w 5130079"/>
              <a:gd name="connsiteY5" fmla="*/ 6858000 h 6858000"/>
              <a:gd name="connsiteX6" fmla="*/ 0 w 5130079"/>
              <a:gd name="connsiteY6" fmla="*/ 6858000 h 6858000"/>
              <a:gd name="connsiteX7" fmla="*/ 0 w 5130079"/>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30079" h="6858000">
                <a:moveTo>
                  <a:pt x="0" y="0"/>
                </a:moveTo>
                <a:lnTo>
                  <a:pt x="5130079" y="0"/>
                </a:lnTo>
                <a:lnTo>
                  <a:pt x="5013684" y="148115"/>
                </a:lnTo>
                <a:cubicBezTo>
                  <a:pt x="4329481" y="1063002"/>
                  <a:pt x="3924300" y="2198684"/>
                  <a:pt x="3924300" y="3429000"/>
                </a:cubicBezTo>
                <a:cubicBezTo>
                  <a:pt x="3924300" y="4659317"/>
                  <a:pt x="4329481" y="5794998"/>
                  <a:pt x="5013684" y="6709885"/>
                </a:cubicBezTo>
                <a:lnTo>
                  <a:pt x="5130079" y="6858000"/>
                </a:lnTo>
                <a:lnTo>
                  <a:pt x="0" y="6858000"/>
                </a:lnTo>
                <a:lnTo>
                  <a:pt x="0" y="0"/>
                </a:lnTo>
                <a:close/>
              </a:path>
            </a:pathLst>
          </a:custGeom>
          <a:blipFill dpi="0" rotWithShape="1">
            <a:blip r:embed="rId4">
              <a:alphaModFix amt="6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222456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04BAB326-EC57-7668-D595-B77F20563792}"/>
              </a:ext>
            </a:extLst>
          </p:cNvPr>
          <p:cNvGrpSpPr/>
          <p:nvPr/>
        </p:nvGrpSpPr>
        <p:grpSpPr>
          <a:xfrm>
            <a:off x="9231781" y="4454957"/>
            <a:ext cx="2995291" cy="2393030"/>
            <a:chOff x="1560856" y="1479551"/>
            <a:chExt cx="3742548" cy="3747076"/>
          </a:xfrm>
        </p:grpSpPr>
        <p:sp>
          <p:nvSpPr>
            <p:cNvPr id="26" name="任意多边形: 形状 25">
              <a:extLst>
                <a:ext uri="{FF2B5EF4-FFF2-40B4-BE49-F238E27FC236}">
                  <a16:creationId xmlns:a16="http://schemas.microsoft.com/office/drawing/2014/main" id="{7556FBA0-9145-42E0-3F9B-DBFAC7ED34A1}"/>
                </a:ext>
              </a:extLst>
            </p:cNvPr>
            <p:cNvSpPr/>
            <p:nvPr/>
          </p:nvSpPr>
          <p:spPr bwMode="auto">
            <a:xfrm>
              <a:off x="1560856" y="1479551"/>
              <a:ext cx="3742548" cy="3747076"/>
            </a:xfrm>
            <a:custGeom>
              <a:avLst/>
              <a:gdLst>
                <a:gd name="T0" fmla="*/ 0 w 1350"/>
                <a:gd name="T1" fmla="*/ 1346 h 1350"/>
                <a:gd name="T2" fmla="*/ 51 w 1350"/>
                <a:gd name="T3" fmla="*/ 1346 h 1350"/>
                <a:gd name="T4" fmla="*/ 102 w 1350"/>
                <a:gd name="T5" fmla="*/ 1341 h 1350"/>
                <a:gd name="T6" fmla="*/ 152 w 1350"/>
                <a:gd name="T7" fmla="*/ 1330 h 1350"/>
                <a:gd name="T8" fmla="*/ 102 w 1350"/>
                <a:gd name="T9" fmla="*/ 1341 h 1350"/>
                <a:gd name="T10" fmla="*/ 202 w 1350"/>
                <a:gd name="T11" fmla="*/ 1321 h 1350"/>
                <a:gd name="T12" fmla="*/ 253 w 1350"/>
                <a:gd name="T13" fmla="*/ 1314 h 1350"/>
                <a:gd name="T14" fmla="*/ 302 w 1350"/>
                <a:gd name="T15" fmla="*/ 1301 h 1350"/>
                <a:gd name="T16" fmla="*/ 350 w 1350"/>
                <a:gd name="T17" fmla="*/ 1283 h 1350"/>
                <a:gd name="T18" fmla="*/ 302 w 1350"/>
                <a:gd name="T19" fmla="*/ 1301 h 1350"/>
                <a:gd name="T20" fmla="*/ 398 w 1350"/>
                <a:gd name="T21" fmla="*/ 1267 h 1350"/>
                <a:gd name="T22" fmla="*/ 447 w 1350"/>
                <a:gd name="T23" fmla="*/ 1253 h 1350"/>
                <a:gd name="T24" fmla="*/ 494 w 1350"/>
                <a:gd name="T25" fmla="*/ 1234 h 1350"/>
                <a:gd name="T26" fmla="*/ 539 w 1350"/>
                <a:gd name="T27" fmla="*/ 1209 h 1350"/>
                <a:gd name="T28" fmla="*/ 494 w 1350"/>
                <a:gd name="T29" fmla="*/ 1234 h 1350"/>
                <a:gd name="T30" fmla="*/ 584 w 1350"/>
                <a:gd name="T31" fmla="*/ 1186 h 1350"/>
                <a:gd name="T32" fmla="*/ 630 w 1350"/>
                <a:gd name="T33" fmla="*/ 1165 h 1350"/>
                <a:gd name="T34" fmla="*/ 674 w 1350"/>
                <a:gd name="T35" fmla="*/ 1139 h 1350"/>
                <a:gd name="T36" fmla="*/ 715 w 1350"/>
                <a:gd name="T37" fmla="*/ 1108 h 1350"/>
                <a:gd name="T38" fmla="*/ 674 w 1350"/>
                <a:gd name="T39" fmla="*/ 1139 h 1350"/>
                <a:gd name="T40" fmla="*/ 756 w 1350"/>
                <a:gd name="T41" fmla="*/ 1079 h 1350"/>
                <a:gd name="T42" fmla="*/ 800 w 1350"/>
                <a:gd name="T43" fmla="*/ 1052 h 1350"/>
                <a:gd name="T44" fmla="*/ 839 w 1350"/>
                <a:gd name="T45" fmla="*/ 1020 h 1350"/>
                <a:gd name="T46" fmla="*/ 875 w 1350"/>
                <a:gd name="T47" fmla="*/ 984 h 1350"/>
                <a:gd name="T48" fmla="*/ 839 w 1350"/>
                <a:gd name="T49" fmla="*/ 1020 h 1350"/>
                <a:gd name="T50" fmla="*/ 912 w 1350"/>
                <a:gd name="T51" fmla="*/ 949 h 1350"/>
                <a:gd name="T52" fmla="*/ 951 w 1350"/>
                <a:gd name="T53" fmla="*/ 916 h 1350"/>
                <a:gd name="T54" fmla="*/ 986 w 1350"/>
                <a:gd name="T55" fmla="*/ 879 h 1350"/>
                <a:gd name="T56" fmla="*/ 1016 w 1350"/>
                <a:gd name="T57" fmla="*/ 838 h 1350"/>
                <a:gd name="T58" fmla="*/ 986 w 1350"/>
                <a:gd name="T59" fmla="*/ 879 h 1350"/>
                <a:gd name="T60" fmla="*/ 1048 w 1350"/>
                <a:gd name="T61" fmla="*/ 798 h 1350"/>
                <a:gd name="T62" fmla="*/ 1082 w 1350"/>
                <a:gd name="T63" fmla="*/ 760 h 1350"/>
                <a:gd name="T64" fmla="*/ 1111 w 1350"/>
                <a:gd name="T65" fmla="*/ 718 h 1350"/>
                <a:gd name="T66" fmla="*/ 1135 w 1350"/>
                <a:gd name="T67" fmla="*/ 673 h 1350"/>
                <a:gd name="T68" fmla="*/ 1111 w 1350"/>
                <a:gd name="T69" fmla="*/ 718 h 1350"/>
                <a:gd name="T70" fmla="*/ 1161 w 1350"/>
                <a:gd name="T71" fmla="*/ 629 h 1350"/>
                <a:gd name="T72" fmla="*/ 1190 w 1350"/>
                <a:gd name="T73" fmla="*/ 586 h 1350"/>
                <a:gd name="T74" fmla="*/ 1213 w 1350"/>
                <a:gd name="T75" fmla="*/ 541 h 1350"/>
                <a:gd name="T76" fmla="*/ 1230 w 1350"/>
                <a:gd name="T77" fmla="*/ 492 h 1350"/>
                <a:gd name="T78" fmla="*/ 1213 w 1350"/>
                <a:gd name="T79" fmla="*/ 541 h 1350"/>
                <a:gd name="T80" fmla="*/ 1249 w 1350"/>
                <a:gd name="T81" fmla="*/ 445 h 1350"/>
                <a:gd name="T82" fmla="*/ 1271 w 1350"/>
                <a:gd name="T83" fmla="*/ 399 h 1350"/>
                <a:gd name="T84" fmla="*/ 1287 w 1350"/>
                <a:gd name="T85" fmla="*/ 350 h 1350"/>
                <a:gd name="T86" fmla="*/ 1298 w 1350"/>
                <a:gd name="T87" fmla="*/ 300 h 1350"/>
                <a:gd name="T88" fmla="*/ 1287 w 1350"/>
                <a:gd name="T89" fmla="*/ 350 h 1350"/>
                <a:gd name="T90" fmla="*/ 1310 w 1350"/>
                <a:gd name="T91" fmla="*/ 251 h 1350"/>
                <a:gd name="T92" fmla="*/ 1325 w 1350"/>
                <a:gd name="T93" fmla="*/ 202 h 1350"/>
                <a:gd name="T94" fmla="*/ 1334 w 1350"/>
                <a:gd name="T95" fmla="*/ 152 h 1350"/>
                <a:gd name="T96" fmla="*/ 1337 w 1350"/>
                <a:gd name="T97" fmla="*/ 101 h 1350"/>
                <a:gd name="T98" fmla="*/ 1334 w 1350"/>
                <a:gd name="T99" fmla="*/ 152 h 1350"/>
                <a:gd name="T100" fmla="*/ 1342 w 1350"/>
                <a:gd name="T101" fmla="*/ 50 h 1350"/>
                <a:gd name="T102" fmla="*/ 1350 w 1350"/>
                <a:gd name="T103" fmla="*/ 0 h 1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50" h="1350">
                  <a:moveTo>
                    <a:pt x="1" y="1350"/>
                  </a:moveTo>
                  <a:cubicBezTo>
                    <a:pt x="0" y="1346"/>
                    <a:pt x="0" y="1346"/>
                    <a:pt x="0" y="1346"/>
                  </a:cubicBezTo>
                  <a:cubicBezTo>
                    <a:pt x="17" y="1345"/>
                    <a:pt x="34" y="1344"/>
                    <a:pt x="51" y="1342"/>
                  </a:cubicBezTo>
                  <a:cubicBezTo>
                    <a:pt x="51" y="1346"/>
                    <a:pt x="51" y="1346"/>
                    <a:pt x="51" y="1346"/>
                  </a:cubicBezTo>
                  <a:cubicBezTo>
                    <a:pt x="35" y="1348"/>
                    <a:pt x="17" y="1349"/>
                    <a:pt x="1" y="1350"/>
                  </a:cubicBezTo>
                  <a:close/>
                  <a:moveTo>
                    <a:pt x="102" y="1341"/>
                  </a:moveTo>
                  <a:cubicBezTo>
                    <a:pt x="102" y="1337"/>
                    <a:pt x="102" y="1337"/>
                    <a:pt x="102" y="1337"/>
                  </a:cubicBezTo>
                  <a:cubicBezTo>
                    <a:pt x="118" y="1335"/>
                    <a:pt x="135" y="1332"/>
                    <a:pt x="152" y="1330"/>
                  </a:cubicBezTo>
                  <a:cubicBezTo>
                    <a:pt x="153" y="1334"/>
                    <a:pt x="153" y="1334"/>
                    <a:pt x="153" y="1334"/>
                  </a:cubicBezTo>
                  <a:cubicBezTo>
                    <a:pt x="136" y="1337"/>
                    <a:pt x="119" y="1339"/>
                    <a:pt x="102" y="1341"/>
                  </a:cubicBezTo>
                  <a:close/>
                  <a:moveTo>
                    <a:pt x="203" y="1325"/>
                  </a:moveTo>
                  <a:cubicBezTo>
                    <a:pt x="202" y="1321"/>
                    <a:pt x="202" y="1321"/>
                    <a:pt x="202" y="1321"/>
                  </a:cubicBezTo>
                  <a:cubicBezTo>
                    <a:pt x="219" y="1318"/>
                    <a:pt x="235" y="1314"/>
                    <a:pt x="252" y="1310"/>
                  </a:cubicBezTo>
                  <a:cubicBezTo>
                    <a:pt x="253" y="1314"/>
                    <a:pt x="253" y="1314"/>
                    <a:pt x="253" y="1314"/>
                  </a:cubicBezTo>
                  <a:cubicBezTo>
                    <a:pt x="236" y="1318"/>
                    <a:pt x="219" y="1322"/>
                    <a:pt x="203" y="1325"/>
                  </a:cubicBezTo>
                  <a:close/>
                  <a:moveTo>
                    <a:pt x="302" y="1301"/>
                  </a:moveTo>
                  <a:cubicBezTo>
                    <a:pt x="301" y="1297"/>
                    <a:pt x="301" y="1297"/>
                    <a:pt x="301" y="1297"/>
                  </a:cubicBezTo>
                  <a:cubicBezTo>
                    <a:pt x="317" y="1293"/>
                    <a:pt x="334" y="1288"/>
                    <a:pt x="350" y="1283"/>
                  </a:cubicBezTo>
                  <a:cubicBezTo>
                    <a:pt x="351" y="1287"/>
                    <a:pt x="351" y="1287"/>
                    <a:pt x="351" y="1287"/>
                  </a:cubicBezTo>
                  <a:cubicBezTo>
                    <a:pt x="335" y="1292"/>
                    <a:pt x="318" y="1297"/>
                    <a:pt x="302" y="1301"/>
                  </a:cubicBezTo>
                  <a:close/>
                  <a:moveTo>
                    <a:pt x="399" y="1271"/>
                  </a:moveTo>
                  <a:cubicBezTo>
                    <a:pt x="398" y="1267"/>
                    <a:pt x="398" y="1267"/>
                    <a:pt x="398" y="1267"/>
                  </a:cubicBezTo>
                  <a:cubicBezTo>
                    <a:pt x="414" y="1262"/>
                    <a:pt x="430" y="1256"/>
                    <a:pt x="446" y="1249"/>
                  </a:cubicBezTo>
                  <a:cubicBezTo>
                    <a:pt x="447" y="1253"/>
                    <a:pt x="447" y="1253"/>
                    <a:pt x="447" y="1253"/>
                  </a:cubicBezTo>
                  <a:cubicBezTo>
                    <a:pt x="431" y="1259"/>
                    <a:pt x="415" y="1265"/>
                    <a:pt x="399" y="1271"/>
                  </a:cubicBezTo>
                  <a:close/>
                  <a:moveTo>
                    <a:pt x="494" y="1234"/>
                  </a:moveTo>
                  <a:cubicBezTo>
                    <a:pt x="492" y="1230"/>
                    <a:pt x="492" y="1230"/>
                    <a:pt x="492" y="1230"/>
                  </a:cubicBezTo>
                  <a:cubicBezTo>
                    <a:pt x="508" y="1223"/>
                    <a:pt x="523" y="1216"/>
                    <a:pt x="539" y="1209"/>
                  </a:cubicBezTo>
                  <a:cubicBezTo>
                    <a:pt x="540" y="1213"/>
                    <a:pt x="540" y="1213"/>
                    <a:pt x="540" y="1213"/>
                  </a:cubicBezTo>
                  <a:cubicBezTo>
                    <a:pt x="525" y="1220"/>
                    <a:pt x="510" y="1227"/>
                    <a:pt x="494" y="1234"/>
                  </a:cubicBezTo>
                  <a:close/>
                  <a:moveTo>
                    <a:pt x="586" y="1190"/>
                  </a:moveTo>
                  <a:cubicBezTo>
                    <a:pt x="584" y="1186"/>
                    <a:pt x="584" y="1186"/>
                    <a:pt x="584" y="1186"/>
                  </a:cubicBezTo>
                  <a:cubicBezTo>
                    <a:pt x="599" y="1178"/>
                    <a:pt x="614" y="1170"/>
                    <a:pt x="628" y="1162"/>
                  </a:cubicBezTo>
                  <a:cubicBezTo>
                    <a:pt x="630" y="1165"/>
                    <a:pt x="630" y="1165"/>
                    <a:pt x="630" y="1165"/>
                  </a:cubicBezTo>
                  <a:cubicBezTo>
                    <a:pt x="616" y="1174"/>
                    <a:pt x="601" y="1182"/>
                    <a:pt x="586" y="1190"/>
                  </a:cubicBezTo>
                  <a:close/>
                  <a:moveTo>
                    <a:pt x="674" y="1139"/>
                  </a:moveTo>
                  <a:cubicBezTo>
                    <a:pt x="672" y="1136"/>
                    <a:pt x="672" y="1136"/>
                    <a:pt x="672" y="1136"/>
                  </a:cubicBezTo>
                  <a:cubicBezTo>
                    <a:pt x="686" y="1127"/>
                    <a:pt x="701" y="1118"/>
                    <a:pt x="715" y="1108"/>
                  </a:cubicBezTo>
                  <a:cubicBezTo>
                    <a:pt x="717" y="1112"/>
                    <a:pt x="717" y="1112"/>
                    <a:pt x="717" y="1112"/>
                  </a:cubicBezTo>
                  <a:cubicBezTo>
                    <a:pt x="703" y="1121"/>
                    <a:pt x="689" y="1130"/>
                    <a:pt x="674" y="1139"/>
                  </a:cubicBezTo>
                  <a:close/>
                  <a:moveTo>
                    <a:pt x="759" y="1083"/>
                  </a:moveTo>
                  <a:cubicBezTo>
                    <a:pt x="756" y="1079"/>
                    <a:pt x="756" y="1079"/>
                    <a:pt x="756" y="1079"/>
                  </a:cubicBezTo>
                  <a:cubicBezTo>
                    <a:pt x="770" y="1069"/>
                    <a:pt x="784" y="1059"/>
                    <a:pt x="797" y="1049"/>
                  </a:cubicBezTo>
                  <a:cubicBezTo>
                    <a:pt x="800" y="1052"/>
                    <a:pt x="800" y="1052"/>
                    <a:pt x="800" y="1052"/>
                  </a:cubicBezTo>
                  <a:cubicBezTo>
                    <a:pt x="786" y="1063"/>
                    <a:pt x="773" y="1073"/>
                    <a:pt x="759" y="1083"/>
                  </a:cubicBezTo>
                  <a:close/>
                  <a:moveTo>
                    <a:pt x="839" y="1020"/>
                  </a:moveTo>
                  <a:cubicBezTo>
                    <a:pt x="837" y="1017"/>
                    <a:pt x="837" y="1017"/>
                    <a:pt x="837" y="1017"/>
                  </a:cubicBezTo>
                  <a:cubicBezTo>
                    <a:pt x="850" y="1006"/>
                    <a:pt x="863" y="995"/>
                    <a:pt x="875" y="984"/>
                  </a:cubicBezTo>
                  <a:cubicBezTo>
                    <a:pt x="878" y="987"/>
                    <a:pt x="878" y="987"/>
                    <a:pt x="878" y="987"/>
                  </a:cubicBezTo>
                  <a:cubicBezTo>
                    <a:pt x="865" y="998"/>
                    <a:pt x="852" y="1009"/>
                    <a:pt x="839" y="1020"/>
                  </a:cubicBezTo>
                  <a:close/>
                  <a:moveTo>
                    <a:pt x="915" y="952"/>
                  </a:moveTo>
                  <a:cubicBezTo>
                    <a:pt x="912" y="949"/>
                    <a:pt x="912" y="949"/>
                    <a:pt x="912" y="949"/>
                  </a:cubicBezTo>
                  <a:cubicBezTo>
                    <a:pt x="924" y="937"/>
                    <a:pt x="937" y="925"/>
                    <a:pt x="948" y="913"/>
                  </a:cubicBezTo>
                  <a:cubicBezTo>
                    <a:pt x="951" y="916"/>
                    <a:pt x="951" y="916"/>
                    <a:pt x="951" y="916"/>
                  </a:cubicBezTo>
                  <a:cubicBezTo>
                    <a:pt x="939" y="928"/>
                    <a:pt x="927" y="940"/>
                    <a:pt x="915" y="952"/>
                  </a:cubicBezTo>
                  <a:close/>
                  <a:moveTo>
                    <a:pt x="986" y="879"/>
                  </a:moveTo>
                  <a:cubicBezTo>
                    <a:pt x="983" y="876"/>
                    <a:pt x="983" y="876"/>
                    <a:pt x="983" y="876"/>
                  </a:cubicBezTo>
                  <a:cubicBezTo>
                    <a:pt x="994" y="863"/>
                    <a:pt x="1005" y="850"/>
                    <a:pt x="1016" y="838"/>
                  </a:cubicBezTo>
                  <a:cubicBezTo>
                    <a:pt x="1019" y="840"/>
                    <a:pt x="1019" y="840"/>
                    <a:pt x="1019" y="840"/>
                  </a:cubicBezTo>
                  <a:cubicBezTo>
                    <a:pt x="1009" y="853"/>
                    <a:pt x="997" y="866"/>
                    <a:pt x="986" y="879"/>
                  </a:cubicBezTo>
                  <a:close/>
                  <a:moveTo>
                    <a:pt x="1052" y="800"/>
                  </a:moveTo>
                  <a:cubicBezTo>
                    <a:pt x="1048" y="798"/>
                    <a:pt x="1048" y="798"/>
                    <a:pt x="1048" y="798"/>
                  </a:cubicBezTo>
                  <a:cubicBezTo>
                    <a:pt x="1059" y="785"/>
                    <a:pt x="1069" y="771"/>
                    <a:pt x="1079" y="757"/>
                  </a:cubicBezTo>
                  <a:cubicBezTo>
                    <a:pt x="1082" y="760"/>
                    <a:pt x="1082" y="760"/>
                    <a:pt x="1082" y="760"/>
                  </a:cubicBezTo>
                  <a:cubicBezTo>
                    <a:pt x="1072" y="773"/>
                    <a:pt x="1062" y="787"/>
                    <a:pt x="1052" y="800"/>
                  </a:cubicBezTo>
                  <a:close/>
                  <a:moveTo>
                    <a:pt x="1111" y="718"/>
                  </a:moveTo>
                  <a:cubicBezTo>
                    <a:pt x="1108" y="715"/>
                    <a:pt x="1108" y="715"/>
                    <a:pt x="1108" y="715"/>
                  </a:cubicBezTo>
                  <a:cubicBezTo>
                    <a:pt x="1117" y="701"/>
                    <a:pt x="1127" y="687"/>
                    <a:pt x="1135" y="673"/>
                  </a:cubicBezTo>
                  <a:cubicBezTo>
                    <a:pt x="1139" y="675"/>
                    <a:pt x="1139" y="675"/>
                    <a:pt x="1139" y="675"/>
                  </a:cubicBezTo>
                  <a:cubicBezTo>
                    <a:pt x="1130" y="689"/>
                    <a:pt x="1121" y="704"/>
                    <a:pt x="1111" y="718"/>
                  </a:cubicBezTo>
                  <a:close/>
                  <a:moveTo>
                    <a:pt x="1165" y="631"/>
                  </a:moveTo>
                  <a:cubicBezTo>
                    <a:pt x="1161" y="629"/>
                    <a:pt x="1161" y="629"/>
                    <a:pt x="1161" y="629"/>
                  </a:cubicBezTo>
                  <a:cubicBezTo>
                    <a:pt x="1170" y="614"/>
                    <a:pt x="1178" y="599"/>
                    <a:pt x="1186" y="584"/>
                  </a:cubicBezTo>
                  <a:cubicBezTo>
                    <a:pt x="1190" y="586"/>
                    <a:pt x="1190" y="586"/>
                    <a:pt x="1190" y="586"/>
                  </a:cubicBezTo>
                  <a:cubicBezTo>
                    <a:pt x="1182" y="601"/>
                    <a:pt x="1173" y="616"/>
                    <a:pt x="1165" y="631"/>
                  </a:cubicBezTo>
                  <a:close/>
                  <a:moveTo>
                    <a:pt x="1213" y="541"/>
                  </a:moveTo>
                  <a:cubicBezTo>
                    <a:pt x="1209" y="539"/>
                    <a:pt x="1209" y="539"/>
                    <a:pt x="1209" y="539"/>
                  </a:cubicBezTo>
                  <a:cubicBezTo>
                    <a:pt x="1216" y="523"/>
                    <a:pt x="1223" y="508"/>
                    <a:pt x="1230" y="492"/>
                  </a:cubicBezTo>
                  <a:cubicBezTo>
                    <a:pt x="1234" y="494"/>
                    <a:pt x="1234" y="494"/>
                    <a:pt x="1234" y="494"/>
                  </a:cubicBezTo>
                  <a:cubicBezTo>
                    <a:pt x="1227" y="510"/>
                    <a:pt x="1220" y="525"/>
                    <a:pt x="1213" y="541"/>
                  </a:cubicBezTo>
                  <a:close/>
                  <a:moveTo>
                    <a:pt x="1253" y="447"/>
                  </a:moveTo>
                  <a:cubicBezTo>
                    <a:pt x="1249" y="445"/>
                    <a:pt x="1249" y="445"/>
                    <a:pt x="1249" y="445"/>
                  </a:cubicBezTo>
                  <a:cubicBezTo>
                    <a:pt x="1256" y="430"/>
                    <a:pt x="1262" y="413"/>
                    <a:pt x="1267" y="398"/>
                  </a:cubicBezTo>
                  <a:cubicBezTo>
                    <a:pt x="1271" y="399"/>
                    <a:pt x="1271" y="399"/>
                    <a:pt x="1271" y="399"/>
                  </a:cubicBezTo>
                  <a:cubicBezTo>
                    <a:pt x="1266" y="415"/>
                    <a:pt x="1260" y="431"/>
                    <a:pt x="1253" y="447"/>
                  </a:cubicBezTo>
                  <a:close/>
                  <a:moveTo>
                    <a:pt x="1287" y="350"/>
                  </a:moveTo>
                  <a:cubicBezTo>
                    <a:pt x="1283" y="349"/>
                    <a:pt x="1283" y="349"/>
                    <a:pt x="1283" y="349"/>
                  </a:cubicBezTo>
                  <a:cubicBezTo>
                    <a:pt x="1288" y="333"/>
                    <a:pt x="1293" y="317"/>
                    <a:pt x="1298" y="300"/>
                  </a:cubicBezTo>
                  <a:cubicBezTo>
                    <a:pt x="1302" y="301"/>
                    <a:pt x="1302" y="301"/>
                    <a:pt x="1302" y="301"/>
                  </a:cubicBezTo>
                  <a:cubicBezTo>
                    <a:pt x="1297" y="318"/>
                    <a:pt x="1292" y="334"/>
                    <a:pt x="1287" y="350"/>
                  </a:cubicBezTo>
                  <a:close/>
                  <a:moveTo>
                    <a:pt x="1314" y="252"/>
                  </a:moveTo>
                  <a:cubicBezTo>
                    <a:pt x="1310" y="251"/>
                    <a:pt x="1310" y="251"/>
                    <a:pt x="1310" y="251"/>
                  </a:cubicBezTo>
                  <a:cubicBezTo>
                    <a:pt x="1314" y="235"/>
                    <a:pt x="1318" y="218"/>
                    <a:pt x="1321" y="201"/>
                  </a:cubicBezTo>
                  <a:cubicBezTo>
                    <a:pt x="1325" y="202"/>
                    <a:pt x="1325" y="202"/>
                    <a:pt x="1325" y="202"/>
                  </a:cubicBezTo>
                  <a:cubicBezTo>
                    <a:pt x="1322" y="219"/>
                    <a:pt x="1318" y="236"/>
                    <a:pt x="1314" y="252"/>
                  </a:cubicBezTo>
                  <a:close/>
                  <a:moveTo>
                    <a:pt x="1334" y="152"/>
                  </a:moveTo>
                  <a:cubicBezTo>
                    <a:pt x="1330" y="151"/>
                    <a:pt x="1330" y="151"/>
                    <a:pt x="1330" y="151"/>
                  </a:cubicBezTo>
                  <a:cubicBezTo>
                    <a:pt x="1333" y="135"/>
                    <a:pt x="1335" y="118"/>
                    <a:pt x="1337" y="101"/>
                  </a:cubicBezTo>
                  <a:cubicBezTo>
                    <a:pt x="1341" y="102"/>
                    <a:pt x="1341" y="102"/>
                    <a:pt x="1341" y="102"/>
                  </a:cubicBezTo>
                  <a:cubicBezTo>
                    <a:pt x="1339" y="118"/>
                    <a:pt x="1337" y="135"/>
                    <a:pt x="1334" y="152"/>
                  </a:cubicBezTo>
                  <a:close/>
                  <a:moveTo>
                    <a:pt x="1347" y="51"/>
                  </a:moveTo>
                  <a:cubicBezTo>
                    <a:pt x="1342" y="50"/>
                    <a:pt x="1342" y="50"/>
                    <a:pt x="1342" y="50"/>
                  </a:cubicBezTo>
                  <a:cubicBezTo>
                    <a:pt x="1344" y="34"/>
                    <a:pt x="1345" y="17"/>
                    <a:pt x="1346" y="0"/>
                  </a:cubicBezTo>
                  <a:cubicBezTo>
                    <a:pt x="1350" y="0"/>
                    <a:pt x="1350" y="0"/>
                    <a:pt x="1350" y="0"/>
                  </a:cubicBezTo>
                  <a:cubicBezTo>
                    <a:pt x="1349" y="17"/>
                    <a:pt x="1348" y="34"/>
                    <a:pt x="1347"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7" name="椭圆 26">
              <a:extLst>
                <a:ext uri="{FF2B5EF4-FFF2-40B4-BE49-F238E27FC236}">
                  <a16:creationId xmlns:a16="http://schemas.microsoft.com/office/drawing/2014/main" id="{A76A809D-966A-380C-89C7-6F69C334B360}"/>
                </a:ext>
              </a:extLst>
            </p:cNvPr>
            <p:cNvSpPr/>
            <p:nvPr/>
          </p:nvSpPr>
          <p:spPr bwMode="auto">
            <a:xfrm>
              <a:off x="5098616" y="2112821"/>
              <a:ext cx="204788" cy="203200"/>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28" name="椭圆 27">
              <a:extLst>
                <a:ext uri="{FF2B5EF4-FFF2-40B4-BE49-F238E27FC236}">
                  <a16:creationId xmlns:a16="http://schemas.microsoft.com/office/drawing/2014/main" id="{DD33443E-6284-3992-97CC-435616A0069A}"/>
                </a:ext>
              </a:extLst>
            </p:cNvPr>
            <p:cNvSpPr/>
            <p:nvPr/>
          </p:nvSpPr>
          <p:spPr bwMode="auto">
            <a:xfrm>
              <a:off x="4443268" y="3553097"/>
              <a:ext cx="204788" cy="204788"/>
            </a:xfrm>
            <a:prstGeom prst="ellipse">
              <a:avLst/>
            </a:prstGeom>
            <a:solidFill>
              <a:schemeClr val="accent1">
                <a:lumMod val="75000"/>
                <a:alpha val="92000"/>
              </a:schemeClr>
            </a:solidFill>
            <a:ln>
              <a:noFill/>
            </a:ln>
          </p:spPr>
          <p:txBody>
            <a:bodyPr vert="horz" wrap="square" lIns="91440" tIns="45720" rIns="91440" bIns="45720" numCol="1" anchor="t" anchorCtr="0" compatLnSpc="1">
              <a:prstTxWarp prst="textNoShape">
                <a:avLst/>
              </a:prstTxWarp>
            </a:bodyPr>
            <a:lstStyle/>
            <a:p>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29" name="椭圆 28">
              <a:extLst>
                <a:ext uri="{FF2B5EF4-FFF2-40B4-BE49-F238E27FC236}">
                  <a16:creationId xmlns:a16="http://schemas.microsoft.com/office/drawing/2014/main" id="{C5AF72E8-E082-C39A-8BE1-5C437D93E8F2}"/>
                </a:ext>
              </a:extLst>
            </p:cNvPr>
            <p:cNvSpPr/>
            <p:nvPr/>
          </p:nvSpPr>
          <p:spPr bwMode="auto">
            <a:xfrm>
              <a:off x="2426447" y="4945315"/>
              <a:ext cx="204788" cy="203200"/>
            </a:xfrm>
            <a:prstGeom prst="ellipse">
              <a:avLst/>
            </a:prstGeom>
            <a:solidFill>
              <a:srgbClr val="004EA2">
                <a:alpha val="92000"/>
              </a:srgbClr>
            </a:solidFill>
            <a:ln>
              <a:noFill/>
            </a:ln>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grpSp>
      <p:sp>
        <p:nvSpPr>
          <p:cNvPr id="9" name="矩形 8">
            <a:extLst>
              <a:ext uri="{FF2B5EF4-FFF2-40B4-BE49-F238E27FC236}">
                <a16:creationId xmlns:a16="http://schemas.microsoft.com/office/drawing/2014/main" id="{050CABF0-6FF0-1423-190B-36884E3A88C6}"/>
              </a:ext>
            </a:extLst>
          </p:cNvPr>
          <p:cNvSpPr/>
          <p:nvPr/>
        </p:nvSpPr>
        <p:spPr>
          <a:xfrm>
            <a:off x="829183" y="1290283"/>
            <a:ext cx="4017621"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p>
            <a:pPr>
              <a:buSzPct val="25000"/>
            </a:pPr>
            <a:r>
              <a:rPr lang="zh-CN" altLang="en-US" sz="3200" b="1" dirty="0">
                <a:solidFill>
                  <a:schemeClr val="tx1"/>
                </a:solidFill>
                <a:latin typeface="微软雅黑" panose="020B0503020204020204" pitchFamily="34" charset="-122"/>
                <a:ea typeface="微软雅黑" panose="020B0503020204020204" pitchFamily="34" charset="-122"/>
              </a:rPr>
              <a:t> </a:t>
            </a:r>
          </a:p>
        </p:txBody>
      </p:sp>
      <p:sp>
        <p:nvSpPr>
          <p:cNvPr id="10" name="矩形 9">
            <a:extLst>
              <a:ext uri="{FF2B5EF4-FFF2-40B4-BE49-F238E27FC236}">
                <a16:creationId xmlns:a16="http://schemas.microsoft.com/office/drawing/2014/main" id="{54E10E07-1B79-7D40-B521-FF23402DA362}"/>
              </a:ext>
            </a:extLst>
          </p:cNvPr>
          <p:cNvSpPr/>
          <p:nvPr/>
        </p:nvSpPr>
        <p:spPr>
          <a:xfrm>
            <a:off x="1088192" y="4176768"/>
            <a:ext cx="9853170" cy="12899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nSpc>
                <a:spcPct val="150000"/>
              </a:lnSpc>
            </a:pPr>
            <a:r>
              <a:rPr lang="en-US" altLang="zh-CN" sz="18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本项目根据</a:t>
            </a:r>
            <a:r>
              <a:rPr lang="zh-CN" altLang="en-US" sz="18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数据库系统实验相关知识，</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面向</a:t>
            </a:r>
            <a:r>
              <a:rPr lang="zh-CN" altLang="zh-CN"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医药产品的零售，批发等相关企业</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需求</a:t>
            </a:r>
            <a:r>
              <a:rPr lang="zh-CN" altLang="zh-CN"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，根据具体情况设计医药销售管理系统。完成从用户需求分析、概念结构设计、逻辑结构设计等一系列的数据库设计到编程、调试和应用等全过程</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进一步理解和掌握</a:t>
            </a:r>
            <a:r>
              <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课程相关知识。</a:t>
            </a:r>
            <a:endParaRPr lang="en-US" altLang="zh-CN"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0" name="图片 29">
            <a:extLst>
              <a:ext uri="{FF2B5EF4-FFF2-40B4-BE49-F238E27FC236}">
                <a16:creationId xmlns:a16="http://schemas.microsoft.com/office/drawing/2014/main" id="{DA6E73BA-BD48-23A2-D2EA-F613118554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4156" y="636429"/>
            <a:ext cx="2490986" cy="461665"/>
          </a:xfrm>
          <a:prstGeom prst="rect">
            <a:avLst/>
          </a:prstGeom>
        </p:spPr>
      </p:pic>
      <p:sp>
        <p:nvSpPr>
          <p:cNvPr id="31" name="文本框 30">
            <a:extLst>
              <a:ext uri="{FF2B5EF4-FFF2-40B4-BE49-F238E27FC236}">
                <a16:creationId xmlns:a16="http://schemas.microsoft.com/office/drawing/2014/main" id="{55B09BB0-4EDA-76CD-4DB6-7975511058E1}"/>
              </a:ext>
            </a:extLst>
          </p:cNvPr>
          <p:cNvSpPr txBox="1"/>
          <p:nvPr/>
        </p:nvSpPr>
        <p:spPr>
          <a:xfrm>
            <a:off x="998585" y="605651"/>
            <a:ext cx="2508889" cy="523220"/>
          </a:xfrm>
          <a:prstGeom prst="rect">
            <a:avLst/>
          </a:prstGeom>
          <a:noFill/>
        </p:spPr>
        <p:txBody>
          <a:bodyPr wrap="square">
            <a:spAutoFit/>
          </a:bodyPr>
          <a:lstStyle/>
          <a:p>
            <a:r>
              <a:rPr lang="zh-CN" altLang="en-US" sz="2800" b="1" dirty="0">
                <a:solidFill>
                  <a:srgbClr val="004EA2"/>
                </a:solidFill>
                <a:latin typeface="微软雅黑" panose="020B0503020204020204" pitchFamily="34" charset="-122"/>
                <a:ea typeface="微软雅黑" panose="020B0503020204020204" pitchFamily="34" charset="-122"/>
              </a:rPr>
              <a:t>项目总述</a:t>
            </a:r>
          </a:p>
        </p:txBody>
      </p:sp>
      <p:sp>
        <p:nvSpPr>
          <p:cNvPr id="32" name="矩形 31">
            <a:extLst>
              <a:ext uri="{FF2B5EF4-FFF2-40B4-BE49-F238E27FC236}">
                <a16:creationId xmlns:a16="http://schemas.microsoft.com/office/drawing/2014/main" id="{02E285B7-9F57-C185-F781-8964BFA37D71}"/>
              </a:ext>
            </a:extLst>
          </p:cNvPr>
          <p:cNvSpPr/>
          <p:nvPr/>
        </p:nvSpPr>
        <p:spPr>
          <a:xfrm flipH="1">
            <a:off x="939648" y="700574"/>
            <a:ext cx="58937" cy="333374"/>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0595ABB7-D360-DE36-56A7-023A313C6B9D}"/>
              </a:ext>
            </a:extLst>
          </p:cNvPr>
          <p:cNvCxnSpPr>
            <a:cxnSpLocks/>
          </p:cNvCxnSpPr>
          <p:nvPr/>
        </p:nvCxnSpPr>
        <p:spPr>
          <a:xfrm>
            <a:off x="660400" y="1129484"/>
            <a:ext cx="8292531" cy="0"/>
          </a:xfrm>
          <a:prstGeom prst="line">
            <a:avLst/>
          </a:prstGeom>
          <a:ln w="15875">
            <a:solidFill>
              <a:srgbClr val="004EA2"/>
            </a:solidFill>
          </a:ln>
        </p:spPr>
        <p:style>
          <a:lnRef idx="3">
            <a:schemeClr val="accent1"/>
          </a:lnRef>
          <a:fillRef idx="0">
            <a:schemeClr val="accent1"/>
          </a:fillRef>
          <a:effectRef idx="2">
            <a:schemeClr val="accent1"/>
          </a:effectRef>
          <a:fontRef idx="minor">
            <a:schemeClr val="tx1"/>
          </a:fontRef>
        </p:style>
      </p:cxnSp>
      <p:pic>
        <p:nvPicPr>
          <p:cNvPr id="4" name="图片 3">
            <a:extLst>
              <a:ext uri="{FF2B5EF4-FFF2-40B4-BE49-F238E27FC236}">
                <a16:creationId xmlns:a16="http://schemas.microsoft.com/office/drawing/2014/main" id="{6B2D5E9F-6286-68C4-B320-AFC8A86D9E88}"/>
              </a:ext>
            </a:extLst>
          </p:cNvPr>
          <p:cNvPicPr>
            <a:picLocks noChangeAspect="1"/>
          </p:cNvPicPr>
          <p:nvPr/>
        </p:nvPicPr>
        <p:blipFill rotWithShape="1">
          <a:blip r:embed="rId3">
            <a:extLst>
              <a:ext uri="{28A0092B-C50C-407E-A947-70E740481C1C}">
                <a14:useLocalDpi xmlns:a14="http://schemas.microsoft.com/office/drawing/2010/main" val="0"/>
              </a:ext>
            </a:extLst>
          </a:blip>
          <a:srcRect l="6859"/>
          <a:stretch/>
        </p:blipFill>
        <p:spPr>
          <a:xfrm>
            <a:off x="602342" y="1423223"/>
            <a:ext cx="8408645" cy="2845829"/>
          </a:xfrm>
          <a:prstGeom prst="rect">
            <a:avLst/>
          </a:prstGeom>
        </p:spPr>
      </p:pic>
      <p:pic>
        <p:nvPicPr>
          <p:cNvPr id="6" name="图片 5">
            <a:extLst>
              <a:ext uri="{FF2B5EF4-FFF2-40B4-BE49-F238E27FC236}">
                <a16:creationId xmlns:a16="http://schemas.microsoft.com/office/drawing/2014/main" id="{9AAA310C-254E-4313-F961-ACB77C3C00AD}"/>
              </a:ext>
            </a:extLst>
          </p:cNvPr>
          <p:cNvPicPr>
            <a:picLocks noChangeAspect="1"/>
          </p:cNvPicPr>
          <p:nvPr/>
        </p:nvPicPr>
        <p:blipFill>
          <a:blip r:embed="rId4"/>
          <a:stretch>
            <a:fillRect/>
          </a:stretch>
        </p:blipFill>
        <p:spPr>
          <a:xfrm>
            <a:off x="8363364" y="1482439"/>
            <a:ext cx="3613336" cy="2648086"/>
          </a:xfrm>
          <a:prstGeom prst="rect">
            <a:avLst/>
          </a:prstGeom>
        </p:spPr>
      </p:pic>
      <p:pic>
        <p:nvPicPr>
          <p:cNvPr id="8" name="图片 7">
            <a:extLst>
              <a:ext uri="{FF2B5EF4-FFF2-40B4-BE49-F238E27FC236}">
                <a16:creationId xmlns:a16="http://schemas.microsoft.com/office/drawing/2014/main" id="{F80560F6-A763-9B72-0DA9-AB5BC5A7EC53}"/>
              </a:ext>
            </a:extLst>
          </p:cNvPr>
          <p:cNvPicPr>
            <a:picLocks noChangeAspect="1"/>
          </p:cNvPicPr>
          <p:nvPr/>
        </p:nvPicPr>
        <p:blipFill>
          <a:blip r:embed="rId5"/>
          <a:stretch>
            <a:fillRect/>
          </a:stretch>
        </p:blipFill>
        <p:spPr>
          <a:xfrm>
            <a:off x="1120102" y="5567717"/>
            <a:ext cx="9265126" cy="1079555"/>
          </a:xfrm>
          <a:prstGeom prst="rect">
            <a:avLst/>
          </a:prstGeom>
        </p:spPr>
      </p:pic>
    </p:spTree>
    <p:extLst>
      <p:ext uri="{BB962C8B-B14F-4D97-AF65-F5344CB8AC3E}">
        <p14:creationId xmlns:p14="http://schemas.microsoft.com/office/powerpoint/2010/main" val="3282508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701A628-08CF-8311-2C1F-6AA3C24AA0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28932" y="2113836"/>
            <a:ext cx="4063068" cy="4853287"/>
          </a:xfrm>
          <a:prstGeom prst="rect">
            <a:avLst/>
          </a:prstGeom>
          <a:noFill/>
        </p:spPr>
      </p:pic>
      <p:pic>
        <p:nvPicPr>
          <p:cNvPr id="3" name="图片 2">
            <a:extLst>
              <a:ext uri="{FF2B5EF4-FFF2-40B4-BE49-F238E27FC236}">
                <a16:creationId xmlns:a16="http://schemas.microsoft.com/office/drawing/2014/main" id="{541D431E-8E8A-71EA-7737-26201D8721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950" y="208047"/>
            <a:ext cx="2578102" cy="477812"/>
          </a:xfrm>
          <a:prstGeom prst="rect">
            <a:avLst/>
          </a:prstGeom>
        </p:spPr>
      </p:pic>
      <p:grpSp>
        <p:nvGrpSpPr>
          <p:cNvPr id="4" name="组合 3">
            <a:extLst>
              <a:ext uri="{FF2B5EF4-FFF2-40B4-BE49-F238E27FC236}">
                <a16:creationId xmlns:a16="http://schemas.microsoft.com/office/drawing/2014/main" id="{0EC5DEBB-0F1E-9F2A-222A-AD7AFD574B76}"/>
              </a:ext>
            </a:extLst>
          </p:cNvPr>
          <p:cNvGrpSpPr/>
          <p:nvPr/>
        </p:nvGrpSpPr>
        <p:grpSpPr>
          <a:xfrm>
            <a:off x="6988665" y="1241057"/>
            <a:ext cx="4290678" cy="1107996"/>
            <a:chOff x="1750244" y="3082533"/>
            <a:chExt cx="2223984" cy="414115"/>
          </a:xfrm>
        </p:grpSpPr>
        <p:sp>
          <p:nvSpPr>
            <p:cNvPr id="5" name="文本框 4">
              <a:extLst>
                <a:ext uri="{FF2B5EF4-FFF2-40B4-BE49-F238E27FC236}">
                  <a16:creationId xmlns:a16="http://schemas.microsoft.com/office/drawing/2014/main" id="{E8FFDA9F-C224-8AC7-0C2E-2126A87E53C1}"/>
                </a:ext>
              </a:extLst>
            </p:cNvPr>
            <p:cNvSpPr txBox="1"/>
            <p:nvPr/>
          </p:nvSpPr>
          <p:spPr>
            <a:xfrm>
              <a:off x="1750244" y="3082533"/>
              <a:ext cx="2223984" cy="41411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6600" dirty="0">
                  <a:solidFill>
                    <a:srgbClr val="003B92"/>
                  </a:solidFill>
                  <a:effectLst/>
                  <a:latin typeface="微软雅黑" panose="020B0503020204020204" pitchFamily="34" charset="-122"/>
                  <a:ea typeface="微软雅黑" panose="020B0503020204020204" pitchFamily="34" charset="-122"/>
                </a:rPr>
                <a:t>第二部分</a:t>
              </a:r>
              <a:endParaRPr lang="en-US" altLang="zh-CN" sz="6600" dirty="0">
                <a:solidFill>
                  <a:srgbClr val="003B92"/>
                </a:solidFill>
                <a:effectLst/>
                <a:latin typeface="微软雅黑" panose="020B0503020204020204" pitchFamily="34" charset="-122"/>
                <a:ea typeface="微软雅黑" panose="020B0503020204020204" pitchFamily="34" charset="-122"/>
              </a:endParaRPr>
            </a:p>
          </p:txBody>
        </p:sp>
        <p:cxnSp>
          <p:nvCxnSpPr>
            <p:cNvPr id="6" name="直接连接符 5">
              <a:extLst>
                <a:ext uri="{FF2B5EF4-FFF2-40B4-BE49-F238E27FC236}">
                  <a16:creationId xmlns:a16="http://schemas.microsoft.com/office/drawing/2014/main" id="{D801CC8A-CB7F-6632-96EC-FB3712E91A1C}"/>
                </a:ext>
              </a:extLst>
            </p:cNvPr>
            <p:cNvCxnSpPr>
              <a:cxnSpLocks/>
            </p:cNvCxnSpPr>
            <p:nvPr/>
          </p:nvCxnSpPr>
          <p:spPr>
            <a:xfrm>
              <a:off x="1802254" y="3496648"/>
              <a:ext cx="465826" cy="0"/>
            </a:xfrm>
            <a:prstGeom prst="line">
              <a:avLst/>
            </a:prstGeom>
            <a:ln>
              <a:solidFill>
                <a:srgbClr val="003B92"/>
              </a:solidFill>
            </a:ln>
          </p:spPr>
          <p:style>
            <a:lnRef idx="1">
              <a:schemeClr val="accent1"/>
            </a:lnRef>
            <a:fillRef idx="0">
              <a:schemeClr val="accent1"/>
            </a:fillRef>
            <a:effectRef idx="0">
              <a:schemeClr val="accent1"/>
            </a:effectRef>
            <a:fontRef idx="minor">
              <a:schemeClr val="tx1"/>
            </a:fontRef>
          </p:style>
        </p:cxnSp>
      </p:grpSp>
      <p:sp>
        <p:nvSpPr>
          <p:cNvPr id="7" name="矩形 6">
            <a:extLst>
              <a:ext uri="{FF2B5EF4-FFF2-40B4-BE49-F238E27FC236}">
                <a16:creationId xmlns:a16="http://schemas.microsoft.com/office/drawing/2014/main" id="{B7BE84E5-D232-66A2-D084-8C1180718EB2}"/>
              </a:ext>
            </a:extLst>
          </p:cNvPr>
          <p:cNvSpPr/>
          <p:nvPr/>
        </p:nvSpPr>
        <p:spPr>
          <a:xfrm flipH="1">
            <a:off x="7089007" y="2599737"/>
            <a:ext cx="4362199" cy="3872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46800" rIns="90000" bIns="46800" numCol="1" spcCol="0" rtlCol="0" fromWordArt="0" anchor="t" anchorCtr="0" forceAA="0" compatLnSpc="1">
            <a:noAutofit/>
          </a:bodyPr>
          <a:lstStyle/>
          <a:p>
            <a:r>
              <a:rPr lang="zh-CN" altLang="en-US" sz="4800" dirty="0">
                <a:solidFill>
                  <a:srgbClr val="003B92"/>
                </a:solidFill>
                <a:latin typeface="微软雅黑" panose="020B0503020204020204" pitchFamily="34" charset="-122"/>
                <a:ea typeface="微软雅黑" panose="020B0503020204020204" pitchFamily="34" charset="-122"/>
              </a:rPr>
              <a:t>原理与设计</a:t>
            </a:r>
            <a:endParaRPr lang="en-US" altLang="zh-CN" sz="4800" dirty="0">
              <a:solidFill>
                <a:srgbClr val="003B92"/>
              </a:solidFill>
              <a:latin typeface="微软雅黑" panose="020B0503020204020204" pitchFamily="34" charset="-122"/>
              <a:ea typeface="微软雅黑" panose="020B0503020204020204" pitchFamily="34" charset="-122"/>
            </a:endParaRPr>
          </a:p>
        </p:txBody>
      </p:sp>
      <p:sp>
        <p:nvSpPr>
          <p:cNvPr id="8" name="任意多边形: 形状 7">
            <a:extLst>
              <a:ext uri="{FF2B5EF4-FFF2-40B4-BE49-F238E27FC236}">
                <a16:creationId xmlns:a16="http://schemas.microsoft.com/office/drawing/2014/main" id="{F627DFE5-CA71-313A-CA36-BC4219C1F384}"/>
              </a:ext>
            </a:extLst>
          </p:cNvPr>
          <p:cNvSpPr/>
          <p:nvPr/>
        </p:nvSpPr>
        <p:spPr>
          <a:xfrm>
            <a:off x="-112903" y="-36784"/>
            <a:ext cx="5130079" cy="6858000"/>
          </a:xfrm>
          <a:custGeom>
            <a:avLst/>
            <a:gdLst>
              <a:gd name="connsiteX0" fmla="*/ 0 w 5130079"/>
              <a:gd name="connsiteY0" fmla="*/ 0 h 6858000"/>
              <a:gd name="connsiteX1" fmla="*/ 5130079 w 5130079"/>
              <a:gd name="connsiteY1" fmla="*/ 0 h 6858000"/>
              <a:gd name="connsiteX2" fmla="*/ 5013684 w 5130079"/>
              <a:gd name="connsiteY2" fmla="*/ 148115 h 6858000"/>
              <a:gd name="connsiteX3" fmla="*/ 3924300 w 5130079"/>
              <a:gd name="connsiteY3" fmla="*/ 3429000 h 6858000"/>
              <a:gd name="connsiteX4" fmla="*/ 5013684 w 5130079"/>
              <a:gd name="connsiteY4" fmla="*/ 6709885 h 6858000"/>
              <a:gd name="connsiteX5" fmla="*/ 5130079 w 5130079"/>
              <a:gd name="connsiteY5" fmla="*/ 6858000 h 6858000"/>
              <a:gd name="connsiteX6" fmla="*/ 0 w 5130079"/>
              <a:gd name="connsiteY6" fmla="*/ 6858000 h 6858000"/>
              <a:gd name="connsiteX7" fmla="*/ 0 w 5130079"/>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30079" h="6858000">
                <a:moveTo>
                  <a:pt x="0" y="0"/>
                </a:moveTo>
                <a:lnTo>
                  <a:pt x="5130079" y="0"/>
                </a:lnTo>
                <a:lnTo>
                  <a:pt x="5013684" y="148115"/>
                </a:lnTo>
                <a:cubicBezTo>
                  <a:pt x="4329481" y="1063002"/>
                  <a:pt x="3924300" y="2198684"/>
                  <a:pt x="3924300" y="3429000"/>
                </a:cubicBezTo>
                <a:cubicBezTo>
                  <a:pt x="3924300" y="4659317"/>
                  <a:pt x="4329481" y="5794998"/>
                  <a:pt x="5013684" y="6709885"/>
                </a:cubicBezTo>
                <a:lnTo>
                  <a:pt x="5130079" y="6858000"/>
                </a:lnTo>
                <a:lnTo>
                  <a:pt x="0" y="6858000"/>
                </a:lnTo>
                <a:lnTo>
                  <a:pt x="0" y="0"/>
                </a:lnTo>
                <a:close/>
              </a:path>
            </a:pathLst>
          </a:custGeom>
          <a:blipFill dpi="0" rotWithShape="1">
            <a:blip r:embed="rId4">
              <a:alphaModFix amt="6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144657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a:extLst>
              <a:ext uri="{FF2B5EF4-FFF2-40B4-BE49-F238E27FC236}">
                <a16:creationId xmlns:a16="http://schemas.microsoft.com/office/drawing/2014/main" id="{DA6E73BA-BD48-23A2-D2EA-F613118554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4156" y="636429"/>
            <a:ext cx="2490986" cy="461665"/>
          </a:xfrm>
          <a:prstGeom prst="rect">
            <a:avLst/>
          </a:prstGeom>
        </p:spPr>
      </p:pic>
      <p:sp>
        <p:nvSpPr>
          <p:cNvPr id="31" name="文本框 30">
            <a:extLst>
              <a:ext uri="{FF2B5EF4-FFF2-40B4-BE49-F238E27FC236}">
                <a16:creationId xmlns:a16="http://schemas.microsoft.com/office/drawing/2014/main" id="{55B09BB0-4EDA-76CD-4DB6-7975511058E1}"/>
              </a:ext>
            </a:extLst>
          </p:cNvPr>
          <p:cNvSpPr txBox="1"/>
          <p:nvPr/>
        </p:nvSpPr>
        <p:spPr>
          <a:xfrm>
            <a:off x="998585" y="605651"/>
            <a:ext cx="3714929" cy="523220"/>
          </a:xfrm>
          <a:prstGeom prst="rect">
            <a:avLst/>
          </a:prstGeom>
          <a:noFill/>
        </p:spPr>
        <p:txBody>
          <a:bodyPr wrap="square">
            <a:spAutoFit/>
          </a:bodyPr>
          <a:lstStyle/>
          <a:p>
            <a:r>
              <a:rPr lang="zh-CN" altLang="en-US" sz="2800" b="1" dirty="0">
                <a:solidFill>
                  <a:srgbClr val="004EA2"/>
                </a:solidFill>
                <a:latin typeface="微软雅黑" panose="020B0503020204020204" pitchFamily="34" charset="-122"/>
                <a:ea typeface="微软雅黑" panose="020B0503020204020204" pitchFamily="34" charset="-122"/>
              </a:rPr>
              <a:t>需求分析与数据流图</a:t>
            </a:r>
          </a:p>
        </p:txBody>
      </p:sp>
      <p:sp>
        <p:nvSpPr>
          <p:cNvPr id="32" name="矩形 31">
            <a:extLst>
              <a:ext uri="{FF2B5EF4-FFF2-40B4-BE49-F238E27FC236}">
                <a16:creationId xmlns:a16="http://schemas.microsoft.com/office/drawing/2014/main" id="{02E285B7-9F57-C185-F781-8964BFA37D71}"/>
              </a:ext>
            </a:extLst>
          </p:cNvPr>
          <p:cNvSpPr/>
          <p:nvPr/>
        </p:nvSpPr>
        <p:spPr>
          <a:xfrm flipH="1">
            <a:off x="939648" y="700574"/>
            <a:ext cx="58937" cy="333374"/>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0595ABB7-D360-DE36-56A7-023A313C6B9D}"/>
              </a:ext>
            </a:extLst>
          </p:cNvPr>
          <p:cNvCxnSpPr>
            <a:cxnSpLocks/>
          </p:cNvCxnSpPr>
          <p:nvPr/>
        </p:nvCxnSpPr>
        <p:spPr>
          <a:xfrm>
            <a:off x="660400" y="1129484"/>
            <a:ext cx="8292531" cy="0"/>
          </a:xfrm>
          <a:prstGeom prst="line">
            <a:avLst/>
          </a:prstGeom>
          <a:ln w="15875">
            <a:solidFill>
              <a:srgbClr val="004EA2"/>
            </a:solidFill>
          </a:ln>
        </p:spPr>
        <p:style>
          <a:lnRef idx="3">
            <a:schemeClr val="accent1"/>
          </a:lnRef>
          <a:fillRef idx="0">
            <a:schemeClr val="accent1"/>
          </a:fillRef>
          <a:effectRef idx="2">
            <a:schemeClr val="accent1"/>
          </a:effectRef>
          <a:fontRef idx="minor">
            <a:schemeClr val="tx1"/>
          </a:fontRef>
        </p:style>
      </p:cxnSp>
      <p:sp>
        <p:nvSpPr>
          <p:cNvPr id="2" name="文本框 1">
            <a:extLst>
              <a:ext uri="{FF2B5EF4-FFF2-40B4-BE49-F238E27FC236}">
                <a16:creationId xmlns:a16="http://schemas.microsoft.com/office/drawing/2014/main" id="{E670240B-3CD6-EFA6-8225-6D7D94050ED2}"/>
              </a:ext>
            </a:extLst>
          </p:cNvPr>
          <p:cNvSpPr txBox="1"/>
          <p:nvPr/>
        </p:nvSpPr>
        <p:spPr>
          <a:xfrm>
            <a:off x="660399" y="1619075"/>
            <a:ext cx="5270617" cy="4524315"/>
          </a:xfrm>
          <a:prstGeom prst="rect">
            <a:avLst/>
          </a:prstGeom>
          <a:noFill/>
        </p:spPr>
        <p:txBody>
          <a:bodyPr wrap="square" rtlCol="0">
            <a:spAutoFit/>
          </a:bodyPr>
          <a:lstStyle/>
          <a:p>
            <a:r>
              <a:rPr lang="zh-CN" altLang="en-US" dirty="0"/>
              <a:t>本应用主要面向医药产品的零售，批发等相关的企业以及买家，分析可得需求有：</a:t>
            </a:r>
          </a:p>
          <a:p>
            <a:endParaRPr lang="zh-CN" altLang="en-US" dirty="0"/>
          </a:p>
          <a:p>
            <a:r>
              <a:rPr lang="zh-CN" altLang="en-US" dirty="0"/>
              <a:t>针对用户：</a:t>
            </a:r>
          </a:p>
          <a:p>
            <a:r>
              <a:rPr lang="en-US" altLang="zh-CN" dirty="0"/>
              <a:t>- </a:t>
            </a:r>
            <a:r>
              <a:rPr lang="zh-CN" altLang="en-US" dirty="0"/>
              <a:t>购物管理：能够进行药品的选购及退货。</a:t>
            </a:r>
          </a:p>
          <a:p>
            <a:r>
              <a:rPr lang="zh-CN" altLang="en-US" dirty="0"/>
              <a:t>针对企业：</a:t>
            </a:r>
          </a:p>
          <a:p>
            <a:r>
              <a:rPr lang="en-US" altLang="zh-CN" dirty="0"/>
              <a:t>- </a:t>
            </a:r>
            <a:r>
              <a:rPr lang="zh-CN" altLang="en-US" dirty="0"/>
              <a:t>基础信息管理：能够统计药品信息，员工信息，客户信息 ，供应商信息等。</a:t>
            </a:r>
          </a:p>
          <a:p>
            <a:r>
              <a:rPr lang="en-US" altLang="zh-CN" dirty="0"/>
              <a:t>- </a:t>
            </a:r>
            <a:r>
              <a:rPr lang="zh-CN" altLang="en-US" dirty="0"/>
              <a:t>进货管理：能够进行药品入库登记，入库查询与修改等操作。</a:t>
            </a:r>
          </a:p>
          <a:p>
            <a:r>
              <a:rPr lang="en-US" altLang="zh-CN" dirty="0"/>
              <a:t>- </a:t>
            </a:r>
            <a:r>
              <a:rPr lang="zh-CN" altLang="en-US" dirty="0"/>
              <a:t>库房管理：能够查询、盘点库存，处理被退货的商品等。</a:t>
            </a:r>
          </a:p>
          <a:p>
            <a:r>
              <a:rPr lang="en-US" altLang="zh-CN" dirty="0"/>
              <a:t>- </a:t>
            </a:r>
            <a:r>
              <a:rPr lang="zh-CN" altLang="en-US" dirty="0"/>
              <a:t>销售管理：能够进行销售登记，销售退货，销售查询等。</a:t>
            </a:r>
          </a:p>
          <a:p>
            <a:r>
              <a:rPr lang="en-US" altLang="zh-CN" dirty="0"/>
              <a:t>- </a:t>
            </a:r>
            <a:r>
              <a:rPr lang="zh-CN" altLang="en-US" dirty="0"/>
              <a:t>财务统计：能够统计当日、当月统计等的财务信息。</a:t>
            </a:r>
          </a:p>
        </p:txBody>
      </p:sp>
      <p:pic>
        <p:nvPicPr>
          <p:cNvPr id="6" name="图形 5">
            <a:extLst>
              <a:ext uri="{FF2B5EF4-FFF2-40B4-BE49-F238E27FC236}">
                <a16:creationId xmlns:a16="http://schemas.microsoft.com/office/drawing/2014/main" id="{C2E3D47F-89F1-C8E0-C5D2-3F3CC74BEE26}"/>
              </a:ext>
            </a:extLst>
          </p:cNvPr>
          <p:cNvPicPr>
            <a:picLocks/>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03385" y="867261"/>
            <a:ext cx="6813160" cy="3911568"/>
          </a:xfrm>
          <a:prstGeom prst="rect">
            <a:avLst/>
          </a:prstGeom>
        </p:spPr>
      </p:pic>
      <p:pic>
        <p:nvPicPr>
          <p:cNvPr id="5" name="图片 4">
            <a:extLst>
              <a:ext uri="{FF2B5EF4-FFF2-40B4-BE49-F238E27FC236}">
                <a16:creationId xmlns:a16="http://schemas.microsoft.com/office/drawing/2014/main" id="{0E71989A-420D-F545-BB33-FF328CB3A293}"/>
              </a:ext>
            </a:extLst>
          </p:cNvPr>
          <p:cNvPicPr>
            <a:picLocks noChangeAspect="1"/>
          </p:cNvPicPr>
          <p:nvPr/>
        </p:nvPicPr>
        <p:blipFill>
          <a:blip r:embed="rId5"/>
          <a:stretch>
            <a:fillRect/>
          </a:stretch>
        </p:blipFill>
        <p:spPr>
          <a:xfrm>
            <a:off x="7020887" y="4051591"/>
            <a:ext cx="4144187" cy="2551909"/>
          </a:xfrm>
          <a:prstGeom prst="rect">
            <a:avLst/>
          </a:prstGeom>
        </p:spPr>
      </p:pic>
    </p:spTree>
    <p:extLst>
      <p:ext uri="{BB962C8B-B14F-4D97-AF65-F5344CB8AC3E}">
        <p14:creationId xmlns:p14="http://schemas.microsoft.com/office/powerpoint/2010/main" val="3811290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50CABF0-6FF0-1423-190B-36884E3A88C6}"/>
              </a:ext>
            </a:extLst>
          </p:cNvPr>
          <p:cNvSpPr/>
          <p:nvPr/>
        </p:nvSpPr>
        <p:spPr>
          <a:xfrm>
            <a:off x="829183" y="1290283"/>
            <a:ext cx="4017621"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p>
            <a:pPr>
              <a:buSzPct val="25000"/>
            </a:pPr>
            <a:r>
              <a:rPr lang="zh-CN" altLang="en-US" sz="3200" b="1" dirty="0">
                <a:solidFill>
                  <a:schemeClr val="tx1"/>
                </a:solidFill>
                <a:latin typeface="微软雅黑" panose="020B0503020204020204" pitchFamily="34" charset="-122"/>
                <a:ea typeface="微软雅黑" panose="020B0503020204020204" pitchFamily="34" charset="-122"/>
              </a:rPr>
              <a:t> </a:t>
            </a:r>
          </a:p>
        </p:txBody>
      </p:sp>
      <p:pic>
        <p:nvPicPr>
          <p:cNvPr id="30" name="图片 29">
            <a:extLst>
              <a:ext uri="{FF2B5EF4-FFF2-40B4-BE49-F238E27FC236}">
                <a16:creationId xmlns:a16="http://schemas.microsoft.com/office/drawing/2014/main" id="{DA6E73BA-BD48-23A2-D2EA-F613118554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4156" y="636429"/>
            <a:ext cx="2490986" cy="461665"/>
          </a:xfrm>
          <a:prstGeom prst="rect">
            <a:avLst/>
          </a:prstGeom>
        </p:spPr>
      </p:pic>
      <p:sp>
        <p:nvSpPr>
          <p:cNvPr id="31" name="文本框 30">
            <a:extLst>
              <a:ext uri="{FF2B5EF4-FFF2-40B4-BE49-F238E27FC236}">
                <a16:creationId xmlns:a16="http://schemas.microsoft.com/office/drawing/2014/main" id="{55B09BB0-4EDA-76CD-4DB6-7975511058E1}"/>
              </a:ext>
            </a:extLst>
          </p:cNvPr>
          <p:cNvSpPr txBox="1"/>
          <p:nvPr/>
        </p:nvSpPr>
        <p:spPr>
          <a:xfrm>
            <a:off x="998585" y="605651"/>
            <a:ext cx="3714929" cy="523220"/>
          </a:xfrm>
          <a:prstGeom prst="rect">
            <a:avLst/>
          </a:prstGeom>
          <a:noFill/>
        </p:spPr>
        <p:txBody>
          <a:bodyPr wrap="square">
            <a:spAutoFit/>
          </a:bodyPr>
          <a:lstStyle/>
          <a:p>
            <a:r>
              <a:rPr lang="zh-CN" altLang="en-US" sz="2800" b="1" dirty="0">
                <a:solidFill>
                  <a:srgbClr val="004EA2"/>
                </a:solidFill>
                <a:latin typeface="微软雅黑" panose="020B0503020204020204" pitchFamily="34" charset="-122"/>
                <a:ea typeface="微软雅黑" panose="020B0503020204020204" pitchFamily="34" charset="-122"/>
              </a:rPr>
              <a:t>概念设计</a:t>
            </a:r>
            <a:r>
              <a:rPr lang="en-US" altLang="zh-CN" sz="2800" b="1" dirty="0">
                <a:solidFill>
                  <a:srgbClr val="004EA2"/>
                </a:solidFill>
                <a:latin typeface="微软雅黑" panose="020B0503020204020204" pitchFamily="34" charset="-122"/>
                <a:ea typeface="微软雅黑" panose="020B0503020204020204" pitchFamily="34" charset="-122"/>
              </a:rPr>
              <a:t>E-R</a:t>
            </a:r>
            <a:r>
              <a:rPr lang="zh-CN" altLang="en-US" sz="2800" b="1" dirty="0">
                <a:solidFill>
                  <a:srgbClr val="004EA2"/>
                </a:solidFill>
                <a:latin typeface="微软雅黑" panose="020B0503020204020204" pitchFamily="34" charset="-122"/>
                <a:ea typeface="微软雅黑" panose="020B0503020204020204" pitchFamily="34" charset="-122"/>
              </a:rPr>
              <a:t>图</a:t>
            </a:r>
          </a:p>
        </p:txBody>
      </p:sp>
      <p:sp>
        <p:nvSpPr>
          <p:cNvPr id="32" name="矩形 31">
            <a:extLst>
              <a:ext uri="{FF2B5EF4-FFF2-40B4-BE49-F238E27FC236}">
                <a16:creationId xmlns:a16="http://schemas.microsoft.com/office/drawing/2014/main" id="{02E285B7-9F57-C185-F781-8964BFA37D71}"/>
              </a:ext>
            </a:extLst>
          </p:cNvPr>
          <p:cNvSpPr/>
          <p:nvPr/>
        </p:nvSpPr>
        <p:spPr>
          <a:xfrm flipH="1">
            <a:off x="939648" y="700574"/>
            <a:ext cx="58937" cy="333374"/>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0595ABB7-D360-DE36-56A7-023A313C6B9D}"/>
              </a:ext>
            </a:extLst>
          </p:cNvPr>
          <p:cNvCxnSpPr>
            <a:cxnSpLocks/>
          </p:cNvCxnSpPr>
          <p:nvPr/>
        </p:nvCxnSpPr>
        <p:spPr>
          <a:xfrm>
            <a:off x="660400" y="1129484"/>
            <a:ext cx="8292531" cy="0"/>
          </a:xfrm>
          <a:prstGeom prst="line">
            <a:avLst/>
          </a:prstGeom>
          <a:ln w="15875">
            <a:solidFill>
              <a:srgbClr val="004EA2"/>
            </a:solidFill>
          </a:ln>
        </p:spPr>
        <p:style>
          <a:lnRef idx="3">
            <a:schemeClr val="accent1"/>
          </a:lnRef>
          <a:fillRef idx="0">
            <a:schemeClr val="accent1"/>
          </a:fillRef>
          <a:effectRef idx="2">
            <a:schemeClr val="accent1"/>
          </a:effectRef>
          <a:fontRef idx="minor">
            <a:schemeClr val="tx1"/>
          </a:fontRef>
        </p:style>
      </p:cxnSp>
      <p:sp>
        <p:nvSpPr>
          <p:cNvPr id="7" name="文本框 6">
            <a:extLst>
              <a:ext uri="{FF2B5EF4-FFF2-40B4-BE49-F238E27FC236}">
                <a16:creationId xmlns:a16="http://schemas.microsoft.com/office/drawing/2014/main" id="{BBD61032-4019-1E40-F57C-5BC633C50EA1}"/>
              </a:ext>
            </a:extLst>
          </p:cNvPr>
          <p:cNvSpPr txBox="1"/>
          <p:nvPr/>
        </p:nvSpPr>
        <p:spPr>
          <a:xfrm>
            <a:off x="7227415" y="1308098"/>
            <a:ext cx="4739712" cy="2120902"/>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在需求分析的基础上进行概念结构设计，作出</a:t>
            </a:r>
            <a:r>
              <a:rPr lang="en-US" altLang="zh-CN" dirty="0">
                <a:latin typeface="微软雅黑" panose="020B0503020204020204" pitchFamily="34" charset="-122"/>
                <a:ea typeface="微软雅黑" panose="020B0503020204020204" pitchFamily="34" charset="-122"/>
              </a:rPr>
              <a:t>E-R</a:t>
            </a:r>
            <a:r>
              <a:rPr lang="zh-CN" altLang="en-US" dirty="0">
                <a:latin typeface="微软雅黑" panose="020B0503020204020204" pitchFamily="34" charset="-122"/>
                <a:ea typeface="微软雅黑" panose="020B0503020204020204" pitchFamily="34" charset="-122"/>
              </a:rPr>
              <a:t>图。</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如图所示，涉及实体主要包括：买家、供应商、单品列表、交易单、管理员和收支情况（省略了大部分实体属性）</a:t>
            </a:r>
          </a:p>
        </p:txBody>
      </p:sp>
      <p:pic>
        <p:nvPicPr>
          <p:cNvPr id="4" name="图片 3">
            <a:extLst>
              <a:ext uri="{FF2B5EF4-FFF2-40B4-BE49-F238E27FC236}">
                <a16:creationId xmlns:a16="http://schemas.microsoft.com/office/drawing/2014/main" id="{C1AAD52C-584E-905C-B25F-2929A97DB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873" y="1290283"/>
            <a:ext cx="6487903" cy="5292087"/>
          </a:xfrm>
          <a:prstGeom prst="rect">
            <a:avLst/>
          </a:prstGeom>
        </p:spPr>
      </p:pic>
      <p:sp>
        <p:nvSpPr>
          <p:cNvPr id="6" name="文本框 5">
            <a:extLst>
              <a:ext uri="{FF2B5EF4-FFF2-40B4-BE49-F238E27FC236}">
                <a16:creationId xmlns:a16="http://schemas.microsoft.com/office/drawing/2014/main" id="{BA7F1B74-5B79-0E56-F8A1-CDF83719CAB1}"/>
              </a:ext>
            </a:extLst>
          </p:cNvPr>
          <p:cNvSpPr txBox="1"/>
          <p:nvPr/>
        </p:nvSpPr>
        <p:spPr>
          <a:xfrm>
            <a:off x="7227415" y="3429000"/>
            <a:ext cx="4135772"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基于这样的概念设计可以定义本数据库的关系模式与依赖关系</a:t>
            </a:r>
          </a:p>
        </p:txBody>
      </p:sp>
      <p:pic>
        <p:nvPicPr>
          <p:cNvPr id="5" name="图片 4">
            <a:extLst>
              <a:ext uri="{FF2B5EF4-FFF2-40B4-BE49-F238E27FC236}">
                <a16:creationId xmlns:a16="http://schemas.microsoft.com/office/drawing/2014/main" id="{E8A771BD-9BE6-C6D9-2640-A7BF88D177FB}"/>
              </a:ext>
            </a:extLst>
          </p:cNvPr>
          <p:cNvPicPr>
            <a:picLocks noChangeAspect="1"/>
          </p:cNvPicPr>
          <p:nvPr/>
        </p:nvPicPr>
        <p:blipFill>
          <a:blip r:embed="rId4"/>
          <a:stretch>
            <a:fillRect/>
          </a:stretch>
        </p:blipFill>
        <p:spPr>
          <a:xfrm>
            <a:off x="7405298" y="4095782"/>
            <a:ext cx="4201220" cy="2486588"/>
          </a:xfrm>
          <a:prstGeom prst="rect">
            <a:avLst/>
          </a:prstGeom>
        </p:spPr>
      </p:pic>
    </p:spTree>
    <p:extLst>
      <p:ext uri="{BB962C8B-B14F-4D97-AF65-F5344CB8AC3E}">
        <p14:creationId xmlns:p14="http://schemas.microsoft.com/office/powerpoint/2010/main" val="3485232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701A628-08CF-8311-2C1F-6AA3C24AA0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28932" y="2113836"/>
            <a:ext cx="4063068" cy="4853287"/>
          </a:xfrm>
          <a:prstGeom prst="rect">
            <a:avLst/>
          </a:prstGeom>
          <a:noFill/>
        </p:spPr>
      </p:pic>
      <p:pic>
        <p:nvPicPr>
          <p:cNvPr id="3" name="图片 2">
            <a:extLst>
              <a:ext uri="{FF2B5EF4-FFF2-40B4-BE49-F238E27FC236}">
                <a16:creationId xmlns:a16="http://schemas.microsoft.com/office/drawing/2014/main" id="{541D431E-8E8A-71EA-7737-26201D8721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950" y="208047"/>
            <a:ext cx="2578102" cy="477812"/>
          </a:xfrm>
          <a:prstGeom prst="rect">
            <a:avLst/>
          </a:prstGeom>
        </p:spPr>
      </p:pic>
      <p:grpSp>
        <p:nvGrpSpPr>
          <p:cNvPr id="4" name="组合 3">
            <a:extLst>
              <a:ext uri="{FF2B5EF4-FFF2-40B4-BE49-F238E27FC236}">
                <a16:creationId xmlns:a16="http://schemas.microsoft.com/office/drawing/2014/main" id="{0EC5DEBB-0F1E-9F2A-222A-AD7AFD574B76}"/>
              </a:ext>
            </a:extLst>
          </p:cNvPr>
          <p:cNvGrpSpPr/>
          <p:nvPr/>
        </p:nvGrpSpPr>
        <p:grpSpPr>
          <a:xfrm>
            <a:off x="6988665" y="1241057"/>
            <a:ext cx="4290678" cy="1107996"/>
            <a:chOff x="1750244" y="3082533"/>
            <a:chExt cx="2223984" cy="414115"/>
          </a:xfrm>
        </p:grpSpPr>
        <p:sp>
          <p:nvSpPr>
            <p:cNvPr id="5" name="文本框 4">
              <a:extLst>
                <a:ext uri="{FF2B5EF4-FFF2-40B4-BE49-F238E27FC236}">
                  <a16:creationId xmlns:a16="http://schemas.microsoft.com/office/drawing/2014/main" id="{E8FFDA9F-C224-8AC7-0C2E-2126A87E53C1}"/>
                </a:ext>
              </a:extLst>
            </p:cNvPr>
            <p:cNvSpPr txBox="1"/>
            <p:nvPr/>
          </p:nvSpPr>
          <p:spPr>
            <a:xfrm>
              <a:off x="1750244" y="3082533"/>
              <a:ext cx="2223984" cy="41411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6600" dirty="0">
                  <a:solidFill>
                    <a:srgbClr val="003B92"/>
                  </a:solidFill>
                  <a:effectLst/>
                  <a:latin typeface="微软雅黑" panose="020B0503020204020204" pitchFamily="34" charset="-122"/>
                  <a:ea typeface="微软雅黑" panose="020B0503020204020204" pitchFamily="34" charset="-122"/>
                </a:rPr>
                <a:t>第三部分</a:t>
              </a:r>
              <a:endParaRPr lang="en-US" altLang="zh-CN" sz="6600" dirty="0">
                <a:solidFill>
                  <a:srgbClr val="003B92"/>
                </a:solidFill>
                <a:effectLst/>
                <a:latin typeface="微软雅黑" panose="020B0503020204020204" pitchFamily="34" charset="-122"/>
                <a:ea typeface="微软雅黑" panose="020B0503020204020204" pitchFamily="34" charset="-122"/>
              </a:endParaRPr>
            </a:p>
          </p:txBody>
        </p:sp>
        <p:cxnSp>
          <p:nvCxnSpPr>
            <p:cNvPr id="6" name="直接连接符 5">
              <a:extLst>
                <a:ext uri="{FF2B5EF4-FFF2-40B4-BE49-F238E27FC236}">
                  <a16:creationId xmlns:a16="http://schemas.microsoft.com/office/drawing/2014/main" id="{D801CC8A-CB7F-6632-96EC-FB3712E91A1C}"/>
                </a:ext>
              </a:extLst>
            </p:cNvPr>
            <p:cNvCxnSpPr>
              <a:cxnSpLocks/>
            </p:cNvCxnSpPr>
            <p:nvPr/>
          </p:nvCxnSpPr>
          <p:spPr>
            <a:xfrm>
              <a:off x="1802254" y="3496648"/>
              <a:ext cx="465826" cy="0"/>
            </a:xfrm>
            <a:prstGeom prst="line">
              <a:avLst/>
            </a:prstGeom>
            <a:ln>
              <a:solidFill>
                <a:srgbClr val="003B92"/>
              </a:solidFill>
            </a:ln>
          </p:spPr>
          <p:style>
            <a:lnRef idx="1">
              <a:schemeClr val="accent1"/>
            </a:lnRef>
            <a:fillRef idx="0">
              <a:schemeClr val="accent1"/>
            </a:fillRef>
            <a:effectRef idx="0">
              <a:schemeClr val="accent1"/>
            </a:effectRef>
            <a:fontRef idx="minor">
              <a:schemeClr val="tx1"/>
            </a:fontRef>
          </p:style>
        </p:cxnSp>
      </p:grpSp>
      <p:sp>
        <p:nvSpPr>
          <p:cNvPr id="7" name="矩形 6">
            <a:extLst>
              <a:ext uri="{FF2B5EF4-FFF2-40B4-BE49-F238E27FC236}">
                <a16:creationId xmlns:a16="http://schemas.microsoft.com/office/drawing/2014/main" id="{B7BE84E5-D232-66A2-D084-8C1180718EB2}"/>
              </a:ext>
            </a:extLst>
          </p:cNvPr>
          <p:cNvSpPr/>
          <p:nvPr/>
        </p:nvSpPr>
        <p:spPr>
          <a:xfrm flipH="1">
            <a:off x="7089007" y="2599737"/>
            <a:ext cx="4362199" cy="3872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46800" rIns="90000" bIns="46800" numCol="1" spcCol="0" rtlCol="0" fromWordArt="0" anchor="t" anchorCtr="0" forceAA="0" compatLnSpc="1">
            <a:noAutofit/>
          </a:bodyPr>
          <a:lstStyle/>
          <a:p>
            <a:r>
              <a:rPr lang="zh-CN" altLang="en-US" sz="4800" dirty="0">
                <a:solidFill>
                  <a:srgbClr val="003B92"/>
                </a:solidFill>
                <a:latin typeface="微软雅黑" panose="020B0503020204020204" pitchFamily="34" charset="-122"/>
                <a:ea typeface="微软雅黑" panose="020B0503020204020204" pitchFamily="34" charset="-122"/>
              </a:rPr>
              <a:t>功能展示</a:t>
            </a:r>
            <a:endParaRPr lang="en-US" altLang="zh-CN" sz="4800" dirty="0">
              <a:solidFill>
                <a:srgbClr val="003B92"/>
              </a:solidFill>
              <a:latin typeface="微软雅黑" panose="020B0503020204020204" pitchFamily="34" charset="-122"/>
              <a:ea typeface="微软雅黑" panose="020B0503020204020204" pitchFamily="34" charset="-122"/>
            </a:endParaRPr>
          </a:p>
        </p:txBody>
      </p:sp>
      <p:sp>
        <p:nvSpPr>
          <p:cNvPr id="8" name="任意多边形: 形状 7">
            <a:extLst>
              <a:ext uri="{FF2B5EF4-FFF2-40B4-BE49-F238E27FC236}">
                <a16:creationId xmlns:a16="http://schemas.microsoft.com/office/drawing/2014/main" id="{F627DFE5-CA71-313A-CA36-BC4219C1F384}"/>
              </a:ext>
            </a:extLst>
          </p:cNvPr>
          <p:cNvSpPr/>
          <p:nvPr/>
        </p:nvSpPr>
        <p:spPr>
          <a:xfrm>
            <a:off x="-112903" y="-36784"/>
            <a:ext cx="5130079" cy="6858000"/>
          </a:xfrm>
          <a:custGeom>
            <a:avLst/>
            <a:gdLst>
              <a:gd name="connsiteX0" fmla="*/ 0 w 5130079"/>
              <a:gd name="connsiteY0" fmla="*/ 0 h 6858000"/>
              <a:gd name="connsiteX1" fmla="*/ 5130079 w 5130079"/>
              <a:gd name="connsiteY1" fmla="*/ 0 h 6858000"/>
              <a:gd name="connsiteX2" fmla="*/ 5013684 w 5130079"/>
              <a:gd name="connsiteY2" fmla="*/ 148115 h 6858000"/>
              <a:gd name="connsiteX3" fmla="*/ 3924300 w 5130079"/>
              <a:gd name="connsiteY3" fmla="*/ 3429000 h 6858000"/>
              <a:gd name="connsiteX4" fmla="*/ 5013684 w 5130079"/>
              <a:gd name="connsiteY4" fmla="*/ 6709885 h 6858000"/>
              <a:gd name="connsiteX5" fmla="*/ 5130079 w 5130079"/>
              <a:gd name="connsiteY5" fmla="*/ 6858000 h 6858000"/>
              <a:gd name="connsiteX6" fmla="*/ 0 w 5130079"/>
              <a:gd name="connsiteY6" fmla="*/ 6858000 h 6858000"/>
              <a:gd name="connsiteX7" fmla="*/ 0 w 5130079"/>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30079" h="6858000">
                <a:moveTo>
                  <a:pt x="0" y="0"/>
                </a:moveTo>
                <a:lnTo>
                  <a:pt x="5130079" y="0"/>
                </a:lnTo>
                <a:lnTo>
                  <a:pt x="5013684" y="148115"/>
                </a:lnTo>
                <a:cubicBezTo>
                  <a:pt x="4329481" y="1063002"/>
                  <a:pt x="3924300" y="2198684"/>
                  <a:pt x="3924300" y="3429000"/>
                </a:cubicBezTo>
                <a:cubicBezTo>
                  <a:pt x="3924300" y="4659317"/>
                  <a:pt x="4329481" y="5794998"/>
                  <a:pt x="5013684" y="6709885"/>
                </a:cubicBezTo>
                <a:lnTo>
                  <a:pt x="5130079" y="6858000"/>
                </a:lnTo>
                <a:lnTo>
                  <a:pt x="0" y="6858000"/>
                </a:lnTo>
                <a:lnTo>
                  <a:pt x="0" y="0"/>
                </a:lnTo>
                <a:close/>
              </a:path>
            </a:pathLst>
          </a:custGeom>
          <a:blipFill dpi="0" rotWithShape="1">
            <a:blip r:embed="rId4">
              <a:alphaModFix amt="6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218067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57D325E-2E0A-D3BD-DACE-32DC6E9106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91670" y="467053"/>
            <a:ext cx="2490986" cy="461665"/>
          </a:xfrm>
          <a:prstGeom prst="rect">
            <a:avLst/>
          </a:prstGeom>
        </p:spPr>
      </p:pic>
      <p:sp>
        <p:nvSpPr>
          <p:cNvPr id="3" name="文本框 2">
            <a:extLst>
              <a:ext uri="{FF2B5EF4-FFF2-40B4-BE49-F238E27FC236}">
                <a16:creationId xmlns:a16="http://schemas.microsoft.com/office/drawing/2014/main" id="{D0701E06-FD59-B5CF-4F00-FDAF56405EE5}"/>
              </a:ext>
            </a:extLst>
          </p:cNvPr>
          <p:cNvSpPr txBox="1"/>
          <p:nvPr/>
        </p:nvSpPr>
        <p:spPr>
          <a:xfrm>
            <a:off x="843851" y="518565"/>
            <a:ext cx="3375811" cy="523220"/>
          </a:xfrm>
          <a:prstGeom prst="rect">
            <a:avLst/>
          </a:prstGeom>
          <a:noFill/>
        </p:spPr>
        <p:txBody>
          <a:bodyPr wrap="square">
            <a:spAutoFit/>
          </a:bodyPr>
          <a:lstStyle/>
          <a:p>
            <a:r>
              <a:rPr lang="zh-CN" altLang="en-US" sz="2800" b="1" dirty="0">
                <a:solidFill>
                  <a:srgbClr val="004EA2"/>
                </a:solidFill>
                <a:latin typeface="微软雅黑" panose="020B0503020204020204" pitchFamily="34" charset="-122"/>
                <a:ea typeface="微软雅黑" panose="020B0503020204020204" pitchFamily="34" charset="-122"/>
              </a:rPr>
              <a:t>功能展示</a:t>
            </a:r>
            <a:r>
              <a:rPr lang="en-US" altLang="zh-CN" sz="2800" b="1" dirty="0">
                <a:solidFill>
                  <a:srgbClr val="004EA2"/>
                </a:solidFill>
                <a:latin typeface="微软雅黑" panose="020B0503020204020204" pitchFamily="34" charset="-122"/>
                <a:ea typeface="微软雅黑" panose="020B0503020204020204" pitchFamily="34" charset="-122"/>
              </a:rPr>
              <a:t>-</a:t>
            </a:r>
            <a:r>
              <a:rPr lang="zh-CN" altLang="en-US" sz="2800" b="1" dirty="0">
                <a:solidFill>
                  <a:srgbClr val="004EA2"/>
                </a:solidFill>
                <a:latin typeface="微软雅黑" panose="020B0503020204020204" pitchFamily="34" charset="-122"/>
                <a:ea typeface="微软雅黑" panose="020B0503020204020204" pitchFamily="34" charset="-122"/>
              </a:rPr>
              <a:t>用户信息</a:t>
            </a:r>
          </a:p>
        </p:txBody>
      </p:sp>
      <p:cxnSp>
        <p:nvCxnSpPr>
          <p:cNvPr id="4" name="直接连接符 3">
            <a:extLst>
              <a:ext uri="{FF2B5EF4-FFF2-40B4-BE49-F238E27FC236}">
                <a16:creationId xmlns:a16="http://schemas.microsoft.com/office/drawing/2014/main" id="{4BDAE74B-478F-ABD6-08E4-B00261919594}"/>
              </a:ext>
            </a:extLst>
          </p:cNvPr>
          <p:cNvCxnSpPr>
            <a:cxnSpLocks/>
          </p:cNvCxnSpPr>
          <p:nvPr/>
        </p:nvCxnSpPr>
        <p:spPr>
          <a:xfrm>
            <a:off x="947057" y="1128871"/>
            <a:ext cx="10608085" cy="613"/>
          </a:xfrm>
          <a:prstGeom prst="line">
            <a:avLst/>
          </a:prstGeom>
          <a:ln w="15875">
            <a:solidFill>
              <a:srgbClr val="004EA2"/>
            </a:solidFill>
          </a:ln>
        </p:spPr>
        <p:style>
          <a:lnRef idx="3">
            <a:schemeClr val="accent1"/>
          </a:lnRef>
          <a:fillRef idx="0">
            <a:schemeClr val="accent1"/>
          </a:fillRef>
          <a:effectRef idx="2">
            <a:schemeClr val="accent1"/>
          </a:effectRef>
          <a:fontRef idx="minor">
            <a:schemeClr val="tx1"/>
          </a:fontRef>
        </p:style>
      </p:cxnSp>
      <p:pic>
        <p:nvPicPr>
          <p:cNvPr id="6" name="图片 5">
            <a:extLst>
              <a:ext uri="{FF2B5EF4-FFF2-40B4-BE49-F238E27FC236}">
                <a16:creationId xmlns:a16="http://schemas.microsoft.com/office/drawing/2014/main" id="{5C410B0B-50C9-0B52-8C03-72840129618D}"/>
              </a:ext>
            </a:extLst>
          </p:cNvPr>
          <p:cNvPicPr>
            <a:picLocks noChangeAspect="1"/>
          </p:cNvPicPr>
          <p:nvPr/>
        </p:nvPicPr>
        <p:blipFill rotWithShape="1">
          <a:blip r:embed="rId3">
            <a:extLst>
              <a:ext uri="{28A0092B-C50C-407E-A947-70E740481C1C}">
                <a14:useLocalDpi xmlns:a14="http://schemas.microsoft.com/office/drawing/2010/main" val="0"/>
              </a:ext>
            </a:extLst>
          </a:blip>
          <a:srcRect b="14079"/>
          <a:stretch/>
        </p:blipFill>
        <p:spPr>
          <a:xfrm>
            <a:off x="340509" y="1353595"/>
            <a:ext cx="7683548" cy="3376380"/>
          </a:xfrm>
          <a:prstGeom prst="rect">
            <a:avLst/>
          </a:prstGeom>
        </p:spPr>
      </p:pic>
      <mc:AlternateContent xmlns:mc="http://schemas.openxmlformats.org/markup-compatibility/2006" xmlns:p14="http://schemas.microsoft.com/office/powerpoint/2010/main">
        <mc:Choice Requires="p14">
          <p:contentPart p14:bwMode="auto" r:id="rId4">
            <p14:nvContentPartPr>
              <p14:cNvPr id="37" name="墨迹 36">
                <a:extLst>
                  <a:ext uri="{FF2B5EF4-FFF2-40B4-BE49-F238E27FC236}">
                    <a16:creationId xmlns:a16="http://schemas.microsoft.com/office/drawing/2014/main" id="{D4EDBA76-5620-ECDD-832D-8406F22B4509}"/>
                  </a:ext>
                </a:extLst>
              </p14:cNvPr>
              <p14:cNvContentPartPr/>
              <p14:nvPr/>
            </p14:nvContentPartPr>
            <p14:xfrm>
              <a:off x="796703" y="3755375"/>
              <a:ext cx="1055160" cy="86760"/>
            </p14:xfrm>
          </p:contentPart>
        </mc:Choice>
        <mc:Fallback xmlns="">
          <p:pic>
            <p:nvPicPr>
              <p:cNvPr id="37" name="墨迹 36">
                <a:extLst>
                  <a:ext uri="{FF2B5EF4-FFF2-40B4-BE49-F238E27FC236}">
                    <a16:creationId xmlns:a16="http://schemas.microsoft.com/office/drawing/2014/main" id="{D4EDBA76-5620-ECDD-832D-8406F22B4509}"/>
                  </a:ext>
                </a:extLst>
              </p:cNvPr>
              <p:cNvPicPr/>
              <p:nvPr/>
            </p:nvPicPr>
            <p:blipFill>
              <a:blip r:embed="rId5"/>
              <a:stretch>
                <a:fillRect/>
              </a:stretch>
            </p:blipFill>
            <p:spPr>
              <a:xfrm>
                <a:off x="734063" y="3692735"/>
                <a:ext cx="118080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8" name="墨迹 37">
                <a:extLst>
                  <a:ext uri="{FF2B5EF4-FFF2-40B4-BE49-F238E27FC236}">
                    <a16:creationId xmlns:a16="http://schemas.microsoft.com/office/drawing/2014/main" id="{AAACB07D-E1A0-7FB5-0676-DA2ACE762E0B}"/>
                  </a:ext>
                </a:extLst>
              </p14:cNvPr>
              <p14:cNvContentPartPr/>
              <p14:nvPr/>
            </p14:nvContentPartPr>
            <p14:xfrm>
              <a:off x="1744223" y="3816575"/>
              <a:ext cx="3858840" cy="51120"/>
            </p14:xfrm>
          </p:contentPart>
        </mc:Choice>
        <mc:Fallback xmlns="">
          <p:pic>
            <p:nvPicPr>
              <p:cNvPr id="38" name="墨迹 37">
                <a:extLst>
                  <a:ext uri="{FF2B5EF4-FFF2-40B4-BE49-F238E27FC236}">
                    <a16:creationId xmlns:a16="http://schemas.microsoft.com/office/drawing/2014/main" id="{AAACB07D-E1A0-7FB5-0676-DA2ACE762E0B}"/>
                  </a:ext>
                </a:extLst>
              </p:cNvPr>
              <p:cNvPicPr/>
              <p:nvPr/>
            </p:nvPicPr>
            <p:blipFill>
              <a:blip r:embed="rId7"/>
              <a:stretch>
                <a:fillRect/>
              </a:stretch>
            </p:blipFill>
            <p:spPr>
              <a:xfrm>
                <a:off x="1681223" y="3753935"/>
                <a:ext cx="3984480" cy="176760"/>
              </a:xfrm>
              <a:prstGeom prst="rect">
                <a:avLst/>
              </a:prstGeom>
            </p:spPr>
          </p:pic>
        </mc:Fallback>
      </mc:AlternateContent>
      <p:grpSp>
        <p:nvGrpSpPr>
          <p:cNvPr id="41" name="组合 40">
            <a:extLst>
              <a:ext uri="{FF2B5EF4-FFF2-40B4-BE49-F238E27FC236}">
                <a16:creationId xmlns:a16="http://schemas.microsoft.com/office/drawing/2014/main" id="{18C74E90-762D-4CC1-56A2-BAD33589FB05}"/>
              </a:ext>
            </a:extLst>
          </p:cNvPr>
          <p:cNvGrpSpPr/>
          <p:nvPr/>
        </p:nvGrpSpPr>
        <p:grpSpPr>
          <a:xfrm>
            <a:off x="5595143" y="3747455"/>
            <a:ext cx="2678760" cy="145800"/>
            <a:chOff x="5595143" y="3747455"/>
            <a:chExt cx="2678760" cy="145800"/>
          </a:xfrm>
        </p:grpSpPr>
        <mc:AlternateContent xmlns:mc="http://schemas.openxmlformats.org/markup-compatibility/2006" xmlns:p14="http://schemas.microsoft.com/office/powerpoint/2010/main">
          <mc:Choice Requires="p14">
            <p:contentPart p14:bwMode="auto" r:id="rId8">
              <p14:nvContentPartPr>
                <p14:cNvPr id="39" name="墨迹 38">
                  <a:extLst>
                    <a:ext uri="{FF2B5EF4-FFF2-40B4-BE49-F238E27FC236}">
                      <a16:creationId xmlns:a16="http://schemas.microsoft.com/office/drawing/2014/main" id="{5D123F7E-EE93-758E-7F1C-356425B6C7B0}"/>
                    </a:ext>
                  </a:extLst>
                </p14:cNvPr>
                <p14:cNvContentPartPr/>
                <p14:nvPr/>
              </p14:nvContentPartPr>
              <p14:xfrm>
                <a:off x="5595143" y="3747455"/>
                <a:ext cx="2678760" cy="145800"/>
              </p14:xfrm>
            </p:contentPart>
          </mc:Choice>
          <mc:Fallback xmlns="">
            <p:pic>
              <p:nvPicPr>
                <p:cNvPr id="39" name="墨迹 38">
                  <a:extLst>
                    <a:ext uri="{FF2B5EF4-FFF2-40B4-BE49-F238E27FC236}">
                      <a16:creationId xmlns:a16="http://schemas.microsoft.com/office/drawing/2014/main" id="{5D123F7E-EE93-758E-7F1C-356425B6C7B0}"/>
                    </a:ext>
                  </a:extLst>
                </p:cNvPr>
                <p:cNvPicPr/>
                <p:nvPr/>
              </p:nvPicPr>
              <p:blipFill>
                <a:blip r:embed="rId9"/>
                <a:stretch>
                  <a:fillRect/>
                </a:stretch>
              </p:blipFill>
              <p:spPr>
                <a:xfrm>
                  <a:off x="5532143" y="3684815"/>
                  <a:ext cx="280440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0" name="墨迹 39">
                  <a:extLst>
                    <a:ext uri="{FF2B5EF4-FFF2-40B4-BE49-F238E27FC236}">
                      <a16:creationId xmlns:a16="http://schemas.microsoft.com/office/drawing/2014/main" id="{584E8A7D-8BAE-9FDA-28C0-CBAEC704E995}"/>
                    </a:ext>
                  </a:extLst>
                </p14:cNvPr>
                <p14:cNvContentPartPr/>
                <p14:nvPr/>
              </p14:nvContentPartPr>
              <p14:xfrm>
                <a:off x="6895463" y="3816575"/>
                <a:ext cx="135720" cy="360"/>
              </p14:xfrm>
            </p:contentPart>
          </mc:Choice>
          <mc:Fallback xmlns="">
            <p:pic>
              <p:nvPicPr>
                <p:cNvPr id="40" name="墨迹 39">
                  <a:extLst>
                    <a:ext uri="{FF2B5EF4-FFF2-40B4-BE49-F238E27FC236}">
                      <a16:creationId xmlns:a16="http://schemas.microsoft.com/office/drawing/2014/main" id="{584E8A7D-8BAE-9FDA-28C0-CBAEC704E995}"/>
                    </a:ext>
                  </a:extLst>
                </p:cNvPr>
                <p:cNvPicPr/>
                <p:nvPr/>
              </p:nvPicPr>
              <p:blipFill>
                <a:blip r:embed="rId11"/>
                <a:stretch>
                  <a:fillRect/>
                </a:stretch>
              </p:blipFill>
              <p:spPr>
                <a:xfrm>
                  <a:off x="6832463" y="3753935"/>
                  <a:ext cx="26136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42" name="墨迹 41">
                <a:extLst>
                  <a:ext uri="{FF2B5EF4-FFF2-40B4-BE49-F238E27FC236}">
                    <a16:creationId xmlns:a16="http://schemas.microsoft.com/office/drawing/2014/main" id="{55A7F4D1-C9BC-B2D2-E77D-FBCDEDEBF9A3}"/>
                  </a:ext>
                </a:extLst>
              </p14:cNvPr>
              <p14:cNvContentPartPr/>
              <p14:nvPr/>
            </p14:nvContentPartPr>
            <p14:xfrm>
              <a:off x="695903" y="3731255"/>
              <a:ext cx="209880" cy="161280"/>
            </p14:xfrm>
          </p:contentPart>
        </mc:Choice>
        <mc:Fallback xmlns="">
          <p:pic>
            <p:nvPicPr>
              <p:cNvPr id="42" name="墨迹 41">
                <a:extLst>
                  <a:ext uri="{FF2B5EF4-FFF2-40B4-BE49-F238E27FC236}">
                    <a16:creationId xmlns:a16="http://schemas.microsoft.com/office/drawing/2014/main" id="{55A7F4D1-C9BC-B2D2-E77D-FBCDEDEBF9A3}"/>
                  </a:ext>
                </a:extLst>
              </p:cNvPr>
              <p:cNvPicPr/>
              <p:nvPr/>
            </p:nvPicPr>
            <p:blipFill>
              <a:blip r:embed="rId13"/>
              <a:stretch>
                <a:fillRect/>
              </a:stretch>
            </p:blipFill>
            <p:spPr>
              <a:xfrm>
                <a:off x="633263" y="3668615"/>
                <a:ext cx="33552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3" name="墨迹 42">
                <a:extLst>
                  <a:ext uri="{FF2B5EF4-FFF2-40B4-BE49-F238E27FC236}">
                    <a16:creationId xmlns:a16="http://schemas.microsoft.com/office/drawing/2014/main" id="{59CB94A7-7A27-E50E-DBFE-9CB5F63D5168}"/>
                  </a:ext>
                </a:extLst>
              </p14:cNvPr>
              <p14:cNvContentPartPr/>
              <p14:nvPr/>
            </p14:nvContentPartPr>
            <p14:xfrm>
              <a:off x="771503" y="3740615"/>
              <a:ext cx="1131480" cy="178200"/>
            </p14:xfrm>
          </p:contentPart>
        </mc:Choice>
        <mc:Fallback xmlns="">
          <p:pic>
            <p:nvPicPr>
              <p:cNvPr id="43" name="墨迹 42">
                <a:extLst>
                  <a:ext uri="{FF2B5EF4-FFF2-40B4-BE49-F238E27FC236}">
                    <a16:creationId xmlns:a16="http://schemas.microsoft.com/office/drawing/2014/main" id="{59CB94A7-7A27-E50E-DBFE-9CB5F63D5168}"/>
                  </a:ext>
                </a:extLst>
              </p:cNvPr>
              <p:cNvPicPr/>
              <p:nvPr/>
            </p:nvPicPr>
            <p:blipFill>
              <a:blip r:embed="rId15"/>
              <a:stretch>
                <a:fillRect/>
              </a:stretch>
            </p:blipFill>
            <p:spPr>
              <a:xfrm>
                <a:off x="708863" y="3677615"/>
                <a:ext cx="125712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4" name="墨迹 43">
                <a:extLst>
                  <a:ext uri="{FF2B5EF4-FFF2-40B4-BE49-F238E27FC236}">
                    <a16:creationId xmlns:a16="http://schemas.microsoft.com/office/drawing/2014/main" id="{F4B4CC41-CA6F-0D86-5C99-C3CBB21CEA6D}"/>
                  </a:ext>
                </a:extLst>
              </p14:cNvPr>
              <p14:cNvContentPartPr/>
              <p14:nvPr/>
            </p14:nvContentPartPr>
            <p14:xfrm>
              <a:off x="1207823" y="3815855"/>
              <a:ext cx="3589920" cy="153000"/>
            </p14:xfrm>
          </p:contentPart>
        </mc:Choice>
        <mc:Fallback xmlns="">
          <p:pic>
            <p:nvPicPr>
              <p:cNvPr id="44" name="墨迹 43">
                <a:extLst>
                  <a:ext uri="{FF2B5EF4-FFF2-40B4-BE49-F238E27FC236}">
                    <a16:creationId xmlns:a16="http://schemas.microsoft.com/office/drawing/2014/main" id="{F4B4CC41-CA6F-0D86-5C99-C3CBB21CEA6D}"/>
                  </a:ext>
                </a:extLst>
              </p:cNvPr>
              <p:cNvPicPr/>
              <p:nvPr/>
            </p:nvPicPr>
            <p:blipFill>
              <a:blip r:embed="rId17"/>
              <a:stretch>
                <a:fillRect/>
              </a:stretch>
            </p:blipFill>
            <p:spPr>
              <a:xfrm>
                <a:off x="1144823" y="3752855"/>
                <a:ext cx="371556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5" name="墨迹 44">
                <a:extLst>
                  <a:ext uri="{FF2B5EF4-FFF2-40B4-BE49-F238E27FC236}">
                    <a16:creationId xmlns:a16="http://schemas.microsoft.com/office/drawing/2014/main" id="{77759A1A-DC11-D0D6-E1AC-C3DCE8F05FAE}"/>
                  </a:ext>
                </a:extLst>
              </p14:cNvPr>
              <p14:cNvContentPartPr/>
              <p14:nvPr/>
            </p14:nvContentPartPr>
            <p14:xfrm>
              <a:off x="4754903" y="3757535"/>
              <a:ext cx="2378880" cy="252720"/>
            </p14:xfrm>
          </p:contentPart>
        </mc:Choice>
        <mc:Fallback xmlns="">
          <p:pic>
            <p:nvPicPr>
              <p:cNvPr id="45" name="墨迹 44">
                <a:extLst>
                  <a:ext uri="{FF2B5EF4-FFF2-40B4-BE49-F238E27FC236}">
                    <a16:creationId xmlns:a16="http://schemas.microsoft.com/office/drawing/2014/main" id="{77759A1A-DC11-D0D6-E1AC-C3DCE8F05FAE}"/>
                  </a:ext>
                </a:extLst>
              </p:cNvPr>
              <p:cNvPicPr/>
              <p:nvPr/>
            </p:nvPicPr>
            <p:blipFill>
              <a:blip r:embed="rId19"/>
              <a:stretch>
                <a:fillRect/>
              </a:stretch>
            </p:blipFill>
            <p:spPr>
              <a:xfrm>
                <a:off x="4691903" y="3694535"/>
                <a:ext cx="2504520" cy="378360"/>
              </a:xfrm>
              <a:prstGeom prst="rect">
                <a:avLst/>
              </a:prstGeom>
            </p:spPr>
          </p:pic>
        </mc:Fallback>
      </mc:AlternateContent>
      <p:grpSp>
        <p:nvGrpSpPr>
          <p:cNvPr id="53" name="组合 52">
            <a:extLst>
              <a:ext uri="{FF2B5EF4-FFF2-40B4-BE49-F238E27FC236}">
                <a16:creationId xmlns:a16="http://schemas.microsoft.com/office/drawing/2014/main" id="{97C4CF83-BAEA-B0D4-E29A-6A7BA691E5E1}"/>
              </a:ext>
            </a:extLst>
          </p:cNvPr>
          <p:cNvGrpSpPr/>
          <p:nvPr/>
        </p:nvGrpSpPr>
        <p:grpSpPr>
          <a:xfrm>
            <a:off x="2210423" y="3706415"/>
            <a:ext cx="6185520" cy="336960"/>
            <a:chOff x="2210423" y="3706415"/>
            <a:chExt cx="6185520" cy="336960"/>
          </a:xfrm>
        </p:grpSpPr>
        <mc:AlternateContent xmlns:mc="http://schemas.openxmlformats.org/markup-compatibility/2006" xmlns:p14="http://schemas.microsoft.com/office/powerpoint/2010/main">
          <mc:Choice Requires="p14">
            <p:contentPart p14:bwMode="auto" r:id="rId20">
              <p14:nvContentPartPr>
                <p14:cNvPr id="46" name="墨迹 45">
                  <a:extLst>
                    <a:ext uri="{FF2B5EF4-FFF2-40B4-BE49-F238E27FC236}">
                      <a16:creationId xmlns:a16="http://schemas.microsoft.com/office/drawing/2014/main" id="{109FC0E7-0EC1-2B9E-90AA-7C14E5485E4B}"/>
                    </a:ext>
                  </a:extLst>
                </p14:cNvPr>
                <p14:cNvContentPartPr/>
                <p14:nvPr/>
              </p14:nvContentPartPr>
              <p14:xfrm>
                <a:off x="6968183" y="3706415"/>
                <a:ext cx="1413000" cy="185760"/>
              </p14:xfrm>
            </p:contentPart>
          </mc:Choice>
          <mc:Fallback xmlns="">
            <p:pic>
              <p:nvPicPr>
                <p:cNvPr id="46" name="墨迹 45">
                  <a:extLst>
                    <a:ext uri="{FF2B5EF4-FFF2-40B4-BE49-F238E27FC236}">
                      <a16:creationId xmlns:a16="http://schemas.microsoft.com/office/drawing/2014/main" id="{109FC0E7-0EC1-2B9E-90AA-7C14E5485E4B}"/>
                    </a:ext>
                  </a:extLst>
                </p:cNvPr>
                <p:cNvPicPr/>
                <p:nvPr/>
              </p:nvPicPr>
              <p:blipFill>
                <a:blip r:embed="rId21"/>
                <a:stretch>
                  <a:fillRect/>
                </a:stretch>
              </p:blipFill>
              <p:spPr>
                <a:xfrm>
                  <a:off x="6905183" y="3643775"/>
                  <a:ext cx="153864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7" name="墨迹 46">
                  <a:extLst>
                    <a:ext uri="{FF2B5EF4-FFF2-40B4-BE49-F238E27FC236}">
                      <a16:creationId xmlns:a16="http://schemas.microsoft.com/office/drawing/2014/main" id="{203D69EF-B211-4BB1-5C03-30ED1F9D377C}"/>
                    </a:ext>
                  </a:extLst>
                </p14:cNvPr>
                <p14:cNvContentPartPr/>
                <p14:nvPr/>
              </p14:nvContentPartPr>
              <p14:xfrm>
                <a:off x="7314863" y="3816215"/>
                <a:ext cx="1081080" cy="118080"/>
              </p14:xfrm>
            </p:contentPart>
          </mc:Choice>
          <mc:Fallback xmlns="">
            <p:pic>
              <p:nvPicPr>
                <p:cNvPr id="47" name="墨迹 46">
                  <a:extLst>
                    <a:ext uri="{FF2B5EF4-FFF2-40B4-BE49-F238E27FC236}">
                      <a16:creationId xmlns:a16="http://schemas.microsoft.com/office/drawing/2014/main" id="{203D69EF-B211-4BB1-5C03-30ED1F9D377C}"/>
                    </a:ext>
                  </a:extLst>
                </p:cNvPr>
                <p:cNvPicPr/>
                <p:nvPr/>
              </p:nvPicPr>
              <p:blipFill>
                <a:blip r:embed="rId23"/>
                <a:stretch>
                  <a:fillRect/>
                </a:stretch>
              </p:blipFill>
              <p:spPr>
                <a:xfrm>
                  <a:off x="7251863" y="3753575"/>
                  <a:ext cx="120672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9" name="墨迹 48">
                  <a:extLst>
                    <a:ext uri="{FF2B5EF4-FFF2-40B4-BE49-F238E27FC236}">
                      <a16:creationId xmlns:a16="http://schemas.microsoft.com/office/drawing/2014/main" id="{5321DB0E-9FFE-4066-3B56-3171AD85D214}"/>
                    </a:ext>
                  </a:extLst>
                </p14:cNvPr>
                <p14:cNvContentPartPr/>
                <p14:nvPr/>
              </p14:nvContentPartPr>
              <p14:xfrm>
                <a:off x="7311983" y="3940055"/>
                <a:ext cx="1044360" cy="103320"/>
              </p14:xfrm>
            </p:contentPart>
          </mc:Choice>
          <mc:Fallback xmlns="">
            <p:pic>
              <p:nvPicPr>
                <p:cNvPr id="49" name="墨迹 48">
                  <a:extLst>
                    <a:ext uri="{FF2B5EF4-FFF2-40B4-BE49-F238E27FC236}">
                      <a16:creationId xmlns:a16="http://schemas.microsoft.com/office/drawing/2014/main" id="{5321DB0E-9FFE-4066-3B56-3171AD85D214}"/>
                    </a:ext>
                  </a:extLst>
                </p:cNvPr>
                <p:cNvPicPr/>
                <p:nvPr/>
              </p:nvPicPr>
              <p:blipFill>
                <a:blip r:embed="rId25"/>
                <a:stretch>
                  <a:fillRect/>
                </a:stretch>
              </p:blipFill>
              <p:spPr>
                <a:xfrm>
                  <a:off x="7248983" y="3877415"/>
                  <a:ext cx="117000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1" name="墨迹 50">
                  <a:extLst>
                    <a:ext uri="{FF2B5EF4-FFF2-40B4-BE49-F238E27FC236}">
                      <a16:creationId xmlns:a16="http://schemas.microsoft.com/office/drawing/2014/main" id="{29E7D46A-B9DF-E215-8BB6-CDA36745BB0A}"/>
                    </a:ext>
                  </a:extLst>
                </p14:cNvPr>
                <p14:cNvContentPartPr/>
                <p14:nvPr/>
              </p14:nvContentPartPr>
              <p14:xfrm>
                <a:off x="5234423" y="3782735"/>
                <a:ext cx="916920" cy="68040"/>
              </p14:xfrm>
            </p:contentPart>
          </mc:Choice>
          <mc:Fallback xmlns="">
            <p:pic>
              <p:nvPicPr>
                <p:cNvPr id="51" name="墨迹 50">
                  <a:extLst>
                    <a:ext uri="{FF2B5EF4-FFF2-40B4-BE49-F238E27FC236}">
                      <a16:creationId xmlns:a16="http://schemas.microsoft.com/office/drawing/2014/main" id="{29E7D46A-B9DF-E215-8BB6-CDA36745BB0A}"/>
                    </a:ext>
                  </a:extLst>
                </p:cNvPr>
                <p:cNvPicPr/>
                <p:nvPr/>
              </p:nvPicPr>
              <p:blipFill>
                <a:blip r:embed="rId27"/>
                <a:stretch>
                  <a:fillRect/>
                </a:stretch>
              </p:blipFill>
              <p:spPr>
                <a:xfrm>
                  <a:off x="5171783" y="3719735"/>
                  <a:ext cx="104256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2" name="墨迹 51">
                  <a:extLst>
                    <a:ext uri="{FF2B5EF4-FFF2-40B4-BE49-F238E27FC236}">
                      <a16:creationId xmlns:a16="http://schemas.microsoft.com/office/drawing/2014/main" id="{982344D2-8F66-299A-0B1D-236067FE8062}"/>
                    </a:ext>
                  </a:extLst>
                </p14:cNvPr>
                <p14:cNvContentPartPr/>
                <p14:nvPr/>
              </p14:nvContentPartPr>
              <p14:xfrm>
                <a:off x="2210423" y="3783095"/>
                <a:ext cx="3200400" cy="135720"/>
              </p14:xfrm>
            </p:contentPart>
          </mc:Choice>
          <mc:Fallback xmlns="">
            <p:pic>
              <p:nvPicPr>
                <p:cNvPr id="52" name="墨迹 51">
                  <a:extLst>
                    <a:ext uri="{FF2B5EF4-FFF2-40B4-BE49-F238E27FC236}">
                      <a16:creationId xmlns:a16="http://schemas.microsoft.com/office/drawing/2014/main" id="{982344D2-8F66-299A-0B1D-236067FE8062}"/>
                    </a:ext>
                  </a:extLst>
                </p:cNvPr>
                <p:cNvPicPr/>
                <p:nvPr/>
              </p:nvPicPr>
              <p:blipFill>
                <a:blip r:embed="rId29"/>
                <a:stretch>
                  <a:fillRect/>
                </a:stretch>
              </p:blipFill>
              <p:spPr>
                <a:xfrm>
                  <a:off x="2147783" y="3720095"/>
                  <a:ext cx="3326040" cy="26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54" name="墨迹 53">
                <a:extLst>
                  <a:ext uri="{FF2B5EF4-FFF2-40B4-BE49-F238E27FC236}">
                    <a16:creationId xmlns:a16="http://schemas.microsoft.com/office/drawing/2014/main" id="{9515C4DD-2D49-4163-2B2B-B75C165152BA}"/>
                  </a:ext>
                </a:extLst>
              </p14:cNvPr>
              <p14:cNvContentPartPr/>
              <p14:nvPr/>
            </p14:nvContentPartPr>
            <p14:xfrm>
              <a:off x="2021423" y="3723695"/>
              <a:ext cx="3094920" cy="26280"/>
            </p14:xfrm>
          </p:contentPart>
        </mc:Choice>
        <mc:Fallback xmlns="">
          <p:pic>
            <p:nvPicPr>
              <p:cNvPr id="54" name="墨迹 53">
                <a:extLst>
                  <a:ext uri="{FF2B5EF4-FFF2-40B4-BE49-F238E27FC236}">
                    <a16:creationId xmlns:a16="http://schemas.microsoft.com/office/drawing/2014/main" id="{9515C4DD-2D49-4163-2B2B-B75C165152BA}"/>
                  </a:ext>
                </a:extLst>
              </p:cNvPr>
              <p:cNvPicPr/>
              <p:nvPr/>
            </p:nvPicPr>
            <p:blipFill>
              <a:blip r:embed="rId31"/>
              <a:stretch>
                <a:fillRect/>
              </a:stretch>
            </p:blipFill>
            <p:spPr>
              <a:xfrm>
                <a:off x="1958423" y="3660695"/>
                <a:ext cx="322056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5" name="墨迹 54">
                <a:extLst>
                  <a:ext uri="{FF2B5EF4-FFF2-40B4-BE49-F238E27FC236}">
                    <a16:creationId xmlns:a16="http://schemas.microsoft.com/office/drawing/2014/main" id="{6DEE926D-35B5-D18F-550E-0AF0337A2967}"/>
                  </a:ext>
                </a:extLst>
              </p14:cNvPr>
              <p14:cNvContentPartPr/>
              <p14:nvPr/>
            </p14:nvContentPartPr>
            <p14:xfrm>
              <a:off x="1375583" y="310175"/>
              <a:ext cx="315720" cy="17640"/>
            </p14:xfrm>
          </p:contentPart>
        </mc:Choice>
        <mc:Fallback xmlns="">
          <p:pic>
            <p:nvPicPr>
              <p:cNvPr id="55" name="墨迹 54">
                <a:extLst>
                  <a:ext uri="{FF2B5EF4-FFF2-40B4-BE49-F238E27FC236}">
                    <a16:creationId xmlns:a16="http://schemas.microsoft.com/office/drawing/2014/main" id="{6DEE926D-35B5-D18F-550E-0AF0337A2967}"/>
                  </a:ext>
                </a:extLst>
              </p:cNvPr>
              <p:cNvPicPr/>
              <p:nvPr/>
            </p:nvPicPr>
            <p:blipFill>
              <a:blip r:embed="rId33"/>
              <a:stretch>
                <a:fillRect/>
              </a:stretch>
            </p:blipFill>
            <p:spPr>
              <a:xfrm>
                <a:off x="1312583" y="247175"/>
                <a:ext cx="441360" cy="143280"/>
              </a:xfrm>
              <a:prstGeom prst="rect">
                <a:avLst/>
              </a:prstGeom>
            </p:spPr>
          </p:pic>
        </mc:Fallback>
      </mc:AlternateContent>
      <p:pic>
        <p:nvPicPr>
          <p:cNvPr id="59" name="图片 58">
            <a:extLst>
              <a:ext uri="{FF2B5EF4-FFF2-40B4-BE49-F238E27FC236}">
                <a16:creationId xmlns:a16="http://schemas.microsoft.com/office/drawing/2014/main" id="{F1B4480D-ABFF-331A-6041-EAE3D52A2B9D}"/>
              </a:ext>
            </a:extLst>
          </p:cNvPr>
          <p:cNvPicPr>
            <a:picLocks noChangeAspect="1"/>
          </p:cNvPicPr>
          <p:nvPr/>
        </p:nvPicPr>
        <p:blipFill rotWithShape="1">
          <a:blip r:embed="rId34">
            <a:extLst>
              <a:ext uri="{28A0092B-C50C-407E-A947-70E740481C1C}">
                <a14:useLocalDpi xmlns:a14="http://schemas.microsoft.com/office/drawing/2010/main" val="0"/>
              </a:ext>
            </a:extLst>
          </a:blip>
          <a:srcRect l="1244" r="38153" b="30143"/>
          <a:stretch/>
        </p:blipFill>
        <p:spPr>
          <a:xfrm>
            <a:off x="442547" y="5575251"/>
            <a:ext cx="7651279" cy="1089090"/>
          </a:xfrm>
          <a:prstGeom prst="rect">
            <a:avLst/>
          </a:prstGeom>
        </p:spPr>
      </p:pic>
      <p:sp>
        <p:nvSpPr>
          <p:cNvPr id="60" name="文本框 59">
            <a:extLst>
              <a:ext uri="{FF2B5EF4-FFF2-40B4-BE49-F238E27FC236}">
                <a16:creationId xmlns:a16="http://schemas.microsoft.com/office/drawing/2014/main" id="{7BC6481C-EF41-5108-7944-5FA4D6909A11}"/>
              </a:ext>
            </a:extLst>
          </p:cNvPr>
          <p:cNvSpPr txBox="1"/>
          <p:nvPr/>
        </p:nvSpPr>
        <p:spPr>
          <a:xfrm>
            <a:off x="8367999" y="2733966"/>
            <a:ext cx="3651959" cy="1200329"/>
          </a:xfrm>
          <a:prstGeom prst="rect">
            <a:avLst/>
          </a:prstGeom>
          <a:noFill/>
        </p:spPr>
        <p:txBody>
          <a:bodyPr wrap="square" rtlCol="0">
            <a:spAutoFit/>
          </a:bodyPr>
          <a:lstStyle/>
          <a:p>
            <a:r>
              <a:rPr lang="zh-CN" altLang="en-US" dirty="0"/>
              <a:t>登录系统后主界面展示当前系统中所有注册用户信息，供应商信息，公司员工信息，不同表格中展示了不同的属性。</a:t>
            </a:r>
          </a:p>
        </p:txBody>
      </p:sp>
      <p:sp>
        <p:nvSpPr>
          <p:cNvPr id="61" name="文本框 60">
            <a:extLst>
              <a:ext uri="{FF2B5EF4-FFF2-40B4-BE49-F238E27FC236}">
                <a16:creationId xmlns:a16="http://schemas.microsoft.com/office/drawing/2014/main" id="{3897B978-CAF6-B7B0-3D49-0792BCFCCF29}"/>
              </a:ext>
            </a:extLst>
          </p:cNvPr>
          <p:cNvSpPr txBox="1"/>
          <p:nvPr/>
        </p:nvSpPr>
        <p:spPr>
          <a:xfrm>
            <a:off x="8356343" y="1615266"/>
            <a:ext cx="3767093" cy="646331"/>
          </a:xfrm>
          <a:prstGeom prst="rect">
            <a:avLst/>
          </a:prstGeom>
          <a:noFill/>
        </p:spPr>
        <p:txBody>
          <a:bodyPr wrap="square" rtlCol="0">
            <a:spAutoFit/>
          </a:bodyPr>
          <a:lstStyle/>
          <a:p>
            <a:r>
              <a:rPr lang="zh-CN" altLang="en-US" dirty="0"/>
              <a:t>点击对应的添加、删除或编辑按钮可以方便地对表格进行修改</a:t>
            </a:r>
          </a:p>
        </p:txBody>
      </p:sp>
      <mc:AlternateContent xmlns:mc="http://schemas.openxmlformats.org/markup-compatibility/2006" xmlns:p14="http://schemas.microsoft.com/office/powerpoint/2010/main">
        <mc:Choice Requires="p14">
          <p:contentPart p14:bwMode="auto" r:id="rId35">
            <p14:nvContentPartPr>
              <p14:cNvPr id="62" name="墨迹 61">
                <a:extLst>
                  <a:ext uri="{FF2B5EF4-FFF2-40B4-BE49-F238E27FC236}">
                    <a16:creationId xmlns:a16="http://schemas.microsoft.com/office/drawing/2014/main" id="{D009695E-6DF1-3915-E878-A526E024625D}"/>
                  </a:ext>
                </a:extLst>
              </p14:cNvPr>
              <p14:cNvContentPartPr/>
              <p14:nvPr/>
            </p14:nvContentPartPr>
            <p14:xfrm>
              <a:off x="577103" y="3824495"/>
              <a:ext cx="105840" cy="76320"/>
            </p14:xfrm>
          </p:contentPart>
        </mc:Choice>
        <mc:Fallback xmlns="">
          <p:pic>
            <p:nvPicPr>
              <p:cNvPr id="62" name="墨迹 61">
                <a:extLst>
                  <a:ext uri="{FF2B5EF4-FFF2-40B4-BE49-F238E27FC236}">
                    <a16:creationId xmlns:a16="http://schemas.microsoft.com/office/drawing/2014/main" id="{D009695E-6DF1-3915-E878-A526E024625D}"/>
                  </a:ext>
                </a:extLst>
              </p:cNvPr>
              <p:cNvPicPr/>
              <p:nvPr/>
            </p:nvPicPr>
            <p:blipFill>
              <a:blip r:embed="rId37"/>
              <a:stretch>
                <a:fillRect/>
              </a:stretch>
            </p:blipFill>
            <p:spPr>
              <a:xfrm>
                <a:off x="514463" y="3761855"/>
                <a:ext cx="231480" cy="201960"/>
              </a:xfrm>
              <a:prstGeom prst="rect">
                <a:avLst/>
              </a:prstGeom>
            </p:spPr>
          </p:pic>
        </mc:Fallback>
      </mc:AlternateContent>
      <p:pic>
        <p:nvPicPr>
          <p:cNvPr id="7" name="图片 6">
            <a:extLst>
              <a:ext uri="{FF2B5EF4-FFF2-40B4-BE49-F238E27FC236}">
                <a16:creationId xmlns:a16="http://schemas.microsoft.com/office/drawing/2014/main" id="{6196492A-944F-46B8-A91D-C26EB6A87FB8}"/>
              </a:ext>
            </a:extLst>
          </p:cNvPr>
          <p:cNvPicPr>
            <a:picLocks noChangeAspect="1"/>
          </p:cNvPicPr>
          <p:nvPr/>
        </p:nvPicPr>
        <p:blipFill>
          <a:blip r:embed="rId38"/>
          <a:stretch>
            <a:fillRect/>
          </a:stretch>
        </p:blipFill>
        <p:spPr>
          <a:xfrm>
            <a:off x="340509" y="4712971"/>
            <a:ext cx="7562161" cy="753200"/>
          </a:xfrm>
          <a:prstGeom prst="rect">
            <a:avLst/>
          </a:prstGeom>
        </p:spPr>
      </p:pic>
      <p:sp>
        <p:nvSpPr>
          <p:cNvPr id="8" name="文本框 7">
            <a:extLst>
              <a:ext uri="{FF2B5EF4-FFF2-40B4-BE49-F238E27FC236}">
                <a16:creationId xmlns:a16="http://schemas.microsoft.com/office/drawing/2014/main" id="{87366AEC-A9EA-79C1-8206-2038A3B230F7}"/>
              </a:ext>
            </a:extLst>
          </p:cNvPr>
          <p:cNvSpPr txBox="1"/>
          <p:nvPr/>
        </p:nvSpPr>
        <p:spPr>
          <a:xfrm>
            <a:off x="8393217" y="4247048"/>
            <a:ext cx="3170931" cy="1477328"/>
          </a:xfrm>
          <a:prstGeom prst="rect">
            <a:avLst/>
          </a:prstGeom>
          <a:noFill/>
        </p:spPr>
        <p:txBody>
          <a:bodyPr wrap="square" rtlCol="0">
            <a:spAutoFit/>
          </a:bodyPr>
          <a:lstStyle/>
          <a:p>
            <a:r>
              <a:rPr lang="zh-CN" altLang="en-US" dirty="0"/>
              <a:t>执行</a:t>
            </a:r>
            <a:r>
              <a:rPr lang="en-US" altLang="zh-CN" dirty="0"/>
              <a:t>python manage.py </a:t>
            </a:r>
            <a:r>
              <a:rPr lang="en-US" altLang="zh-CN" dirty="0" err="1"/>
              <a:t>makemigrations</a:t>
            </a:r>
            <a:r>
              <a:rPr lang="zh-CN" altLang="en-US" dirty="0"/>
              <a:t>即可将</a:t>
            </a:r>
            <a:r>
              <a:rPr lang="en-US" altLang="zh-CN" dirty="0"/>
              <a:t>models</a:t>
            </a:r>
            <a:r>
              <a:rPr lang="zh-CN" altLang="en-US" dirty="0"/>
              <a:t>的数据库构造完整的数据库模型，再执行</a:t>
            </a:r>
            <a:r>
              <a:rPr lang="en-US" altLang="zh-CN" dirty="0"/>
              <a:t>python migrate</a:t>
            </a:r>
            <a:r>
              <a:rPr lang="zh-CN" altLang="en-US" dirty="0"/>
              <a:t>命令即可迁移到</a:t>
            </a:r>
            <a:r>
              <a:rPr lang="en-US" altLang="zh-CN" dirty="0" err="1"/>
              <a:t>mysql</a:t>
            </a:r>
            <a:r>
              <a:rPr lang="zh-CN" altLang="en-US" dirty="0"/>
              <a:t>中。</a:t>
            </a:r>
          </a:p>
        </p:txBody>
      </p:sp>
    </p:spTree>
    <p:extLst>
      <p:ext uri="{BB962C8B-B14F-4D97-AF65-F5344CB8AC3E}">
        <p14:creationId xmlns:p14="http://schemas.microsoft.com/office/powerpoint/2010/main" val="3934689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50CABF0-6FF0-1423-190B-36884E3A88C6}"/>
              </a:ext>
            </a:extLst>
          </p:cNvPr>
          <p:cNvSpPr/>
          <p:nvPr/>
        </p:nvSpPr>
        <p:spPr>
          <a:xfrm>
            <a:off x="829183" y="1290283"/>
            <a:ext cx="4017621"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p>
            <a:pPr>
              <a:buSzPct val="25000"/>
            </a:pPr>
            <a:r>
              <a:rPr lang="zh-CN" altLang="en-US" sz="3200" b="1" dirty="0">
                <a:solidFill>
                  <a:schemeClr val="tx1"/>
                </a:solidFill>
                <a:latin typeface="微软雅黑" panose="020B0503020204020204" pitchFamily="34" charset="-122"/>
                <a:ea typeface="微软雅黑" panose="020B0503020204020204" pitchFamily="34" charset="-122"/>
              </a:rPr>
              <a:t> </a:t>
            </a:r>
          </a:p>
        </p:txBody>
      </p:sp>
      <p:pic>
        <p:nvPicPr>
          <p:cNvPr id="30" name="图片 29">
            <a:extLst>
              <a:ext uri="{FF2B5EF4-FFF2-40B4-BE49-F238E27FC236}">
                <a16:creationId xmlns:a16="http://schemas.microsoft.com/office/drawing/2014/main" id="{DA6E73BA-BD48-23A2-D2EA-F613118554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91116" y="667206"/>
            <a:ext cx="2490986" cy="461665"/>
          </a:xfrm>
          <a:prstGeom prst="rect">
            <a:avLst/>
          </a:prstGeom>
        </p:spPr>
      </p:pic>
      <p:sp>
        <p:nvSpPr>
          <p:cNvPr id="31" name="文本框 30">
            <a:extLst>
              <a:ext uri="{FF2B5EF4-FFF2-40B4-BE49-F238E27FC236}">
                <a16:creationId xmlns:a16="http://schemas.microsoft.com/office/drawing/2014/main" id="{55B09BB0-4EDA-76CD-4DB6-7975511058E1}"/>
              </a:ext>
            </a:extLst>
          </p:cNvPr>
          <p:cNvSpPr txBox="1"/>
          <p:nvPr/>
        </p:nvSpPr>
        <p:spPr>
          <a:xfrm>
            <a:off x="998585" y="605651"/>
            <a:ext cx="3714929" cy="523220"/>
          </a:xfrm>
          <a:prstGeom prst="rect">
            <a:avLst/>
          </a:prstGeom>
          <a:noFill/>
        </p:spPr>
        <p:txBody>
          <a:bodyPr wrap="square">
            <a:spAutoFit/>
          </a:bodyPr>
          <a:lstStyle/>
          <a:p>
            <a:r>
              <a:rPr lang="zh-CN" altLang="en-US" sz="2800" b="1" dirty="0">
                <a:solidFill>
                  <a:srgbClr val="004EA2"/>
                </a:solidFill>
                <a:latin typeface="微软雅黑" panose="020B0503020204020204" pitchFamily="34" charset="-122"/>
                <a:ea typeface="微软雅黑" panose="020B0503020204020204" pitchFamily="34" charset="-122"/>
              </a:rPr>
              <a:t>功能展示</a:t>
            </a:r>
            <a:r>
              <a:rPr lang="en-US" altLang="zh-CN" sz="2800" b="1" dirty="0">
                <a:solidFill>
                  <a:srgbClr val="004EA2"/>
                </a:solidFill>
                <a:latin typeface="微软雅黑" panose="020B0503020204020204" pitchFamily="34" charset="-122"/>
                <a:ea typeface="微软雅黑" panose="020B0503020204020204" pitchFamily="34" charset="-122"/>
              </a:rPr>
              <a:t>-</a:t>
            </a:r>
            <a:r>
              <a:rPr lang="zh-CN" altLang="en-US" sz="2800" b="1" dirty="0">
                <a:solidFill>
                  <a:srgbClr val="004EA2"/>
                </a:solidFill>
                <a:latin typeface="微软雅黑" panose="020B0503020204020204" pitchFamily="34" charset="-122"/>
                <a:ea typeface="微软雅黑" panose="020B0503020204020204" pitchFamily="34" charset="-122"/>
              </a:rPr>
              <a:t>商品信息</a:t>
            </a:r>
          </a:p>
        </p:txBody>
      </p:sp>
      <p:sp>
        <p:nvSpPr>
          <p:cNvPr id="32" name="矩形 31">
            <a:extLst>
              <a:ext uri="{FF2B5EF4-FFF2-40B4-BE49-F238E27FC236}">
                <a16:creationId xmlns:a16="http://schemas.microsoft.com/office/drawing/2014/main" id="{02E285B7-9F57-C185-F781-8964BFA37D71}"/>
              </a:ext>
            </a:extLst>
          </p:cNvPr>
          <p:cNvSpPr/>
          <p:nvPr/>
        </p:nvSpPr>
        <p:spPr>
          <a:xfrm flipH="1">
            <a:off x="939648" y="700574"/>
            <a:ext cx="58937" cy="333374"/>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0595ABB7-D360-DE36-56A7-023A313C6B9D}"/>
              </a:ext>
            </a:extLst>
          </p:cNvPr>
          <p:cNvCxnSpPr>
            <a:cxnSpLocks/>
          </p:cNvCxnSpPr>
          <p:nvPr/>
        </p:nvCxnSpPr>
        <p:spPr>
          <a:xfrm>
            <a:off x="660400" y="1129484"/>
            <a:ext cx="8292531" cy="0"/>
          </a:xfrm>
          <a:prstGeom prst="line">
            <a:avLst/>
          </a:prstGeom>
          <a:ln w="15875">
            <a:solidFill>
              <a:srgbClr val="004EA2"/>
            </a:solidFill>
          </a:ln>
        </p:spPr>
        <p:style>
          <a:lnRef idx="3">
            <a:schemeClr val="accent1"/>
          </a:lnRef>
          <a:fillRef idx="0">
            <a:schemeClr val="accent1"/>
          </a:fillRef>
          <a:effectRef idx="2">
            <a:schemeClr val="accent1"/>
          </a:effectRef>
          <a:fontRef idx="minor">
            <a:schemeClr val="tx1"/>
          </a:fontRef>
        </p:style>
      </p:cxnSp>
      <p:pic>
        <p:nvPicPr>
          <p:cNvPr id="7" name="图片 6">
            <a:extLst>
              <a:ext uri="{FF2B5EF4-FFF2-40B4-BE49-F238E27FC236}">
                <a16:creationId xmlns:a16="http://schemas.microsoft.com/office/drawing/2014/main" id="{D22F4F84-37ED-B652-AECC-417912C8FB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 y="1315909"/>
            <a:ext cx="7118232" cy="4412607"/>
          </a:xfrm>
          <a:prstGeom prst="rect">
            <a:avLst/>
          </a:prstGeom>
        </p:spPr>
      </p:pic>
      <p:sp>
        <p:nvSpPr>
          <p:cNvPr id="10" name="文本框 9">
            <a:extLst>
              <a:ext uri="{FF2B5EF4-FFF2-40B4-BE49-F238E27FC236}">
                <a16:creationId xmlns:a16="http://schemas.microsoft.com/office/drawing/2014/main" id="{58BB4A12-3DF9-CA4D-1685-7B62E9B6A0DC}"/>
              </a:ext>
            </a:extLst>
          </p:cNvPr>
          <p:cNvSpPr txBox="1"/>
          <p:nvPr/>
        </p:nvSpPr>
        <p:spPr>
          <a:xfrm>
            <a:off x="8406980" y="1415813"/>
            <a:ext cx="3414319" cy="4620624"/>
          </a:xfrm>
          <a:prstGeom prst="rect">
            <a:avLst/>
          </a:prstGeom>
          <a:noFill/>
        </p:spPr>
        <p:txBody>
          <a:bodyPr wrap="square" rtlCol="0">
            <a:spAutoFit/>
          </a:bodyPr>
          <a:lstStyle/>
          <a:p>
            <a:pPr algn="just">
              <a:lnSpc>
                <a:spcPct val="150000"/>
              </a:lnSpc>
            </a:pPr>
            <a:r>
              <a:rPr lang="zh-CN" altLang="en-US" dirty="0"/>
              <a:t>在主页点击商品管理可以进入商品信息界面。</a:t>
            </a:r>
            <a:endParaRPr lang="en-US" altLang="zh-CN" dirty="0"/>
          </a:p>
          <a:p>
            <a:pPr algn="just">
              <a:lnSpc>
                <a:spcPct val="150000"/>
              </a:lnSpc>
            </a:pPr>
            <a:r>
              <a:rPr lang="zh-CN" altLang="en-US" dirty="0"/>
              <a:t>界面中有三种近期畅销药品的大图展示，点击即可快速购买</a:t>
            </a:r>
            <a:endParaRPr lang="en-US" altLang="zh-CN" dirty="0"/>
          </a:p>
          <a:p>
            <a:pPr algn="just">
              <a:lnSpc>
                <a:spcPct val="150000"/>
              </a:lnSpc>
            </a:pPr>
            <a:r>
              <a:rPr lang="zh-CN" altLang="en-US" dirty="0"/>
              <a:t>本页面中还有当前所有商品的信息，包括生产批号，产地，单价，库存，有效日期等。</a:t>
            </a:r>
            <a:endParaRPr lang="en-US" altLang="zh-CN" dirty="0"/>
          </a:p>
          <a:p>
            <a:pPr algn="just">
              <a:lnSpc>
                <a:spcPct val="150000"/>
              </a:lnSpc>
            </a:pPr>
            <a:r>
              <a:rPr lang="zh-CN" altLang="en-US" dirty="0"/>
              <a:t>用户点击下单即可快速生成订单并购买。</a:t>
            </a:r>
            <a:endParaRPr lang="en-US" altLang="zh-CN" dirty="0"/>
          </a:p>
          <a:p>
            <a:pPr algn="just">
              <a:lnSpc>
                <a:spcPct val="150000"/>
              </a:lnSpc>
            </a:pPr>
            <a:r>
              <a:rPr lang="zh-CN" altLang="en-US" dirty="0"/>
              <a:t>点击退货可以检索到已存在的订单并确认是否退货</a:t>
            </a:r>
            <a:endParaRPr lang="en-US" altLang="zh-CN" dirty="0"/>
          </a:p>
        </p:txBody>
      </p:sp>
      <p:pic>
        <p:nvPicPr>
          <p:cNvPr id="14" name="图片 13">
            <a:extLst>
              <a:ext uri="{FF2B5EF4-FFF2-40B4-BE49-F238E27FC236}">
                <a16:creationId xmlns:a16="http://schemas.microsoft.com/office/drawing/2014/main" id="{F342700C-124F-754E-102E-2213720FEDED}"/>
              </a:ext>
            </a:extLst>
          </p:cNvPr>
          <p:cNvPicPr>
            <a:picLocks noChangeAspect="1"/>
          </p:cNvPicPr>
          <p:nvPr/>
        </p:nvPicPr>
        <p:blipFill rotWithShape="1">
          <a:blip r:embed="rId4">
            <a:extLst>
              <a:ext uri="{28A0092B-C50C-407E-A947-70E740481C1C}">
                <a14:useLocalDpi xmlns:a14="http://schemas.microsoft.com/office/drawing/2010/main" val="0"/>
              </a:ext>
            </a:extLst>
          </a:blip>
          <a:srcRect l="2409" r="3362" b="19701"/>
          <a:stretch/>
        </p:blipFill>
        <p:spPr>
          <a:xfrm>
            <a:off x="370701" y="1357143"/>
            <a:ext cx="7877262" cy="3207067"/>
          </a:xfrm>
          <a:prstGeom prst="rect">
            <a:avLst/>
          </a:prstGeom>
        </p:spPr>
      </p:pic>
      <p:pic>
        <p:nvPicPr>
          <p:cNvPr id="16" name="图片 15">
            <a:extLst>
              <a:ext uri="{FF2B5EF4-FFF2-40B4-BE49-F238E27FC236}">
                <a16:creationId xmlns:a16="http://schemas.microsoft.com/office/drawing/2014/main" id="{741F920A-2556-9DCB-8499-C67F1CE8A3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030" y="3975349"/>
            <a:ext cx="7765978" cy="2179504"/>
          </a:xfrm>
          <a:prstGeom prst="rect">
            <a:avLst/>
          </a:prstGeom>
        </p:spPr>
      </p:pic>
    </p:spTree>
    <p:extLst>
      <p:ext uri="{BB962C8B-B14F-4D97-AF65-F5344CB8AC3E}">
        <p14:creationId xmlns:p14="http://schemas.microsoft.com/office/powerpoint/2010/main" val="215540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50CABF0-6FF0-1423-190B-36884E3A88C6}"/>
              </a:ext>
            </a:extLst>
          </p:cNvPr>
          <p:cNvSpPr/>
          <p:nvPr/>
        </p:nvSpPr>
        <p:spPr>
          <a:xfrm>
            <a:off x="829183" y="1290283"/>
            <a:ext cx="4017621"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p>
            <a:pPr>
              <a:buSzPct val="25000"/>
            </a:pPr>
            <a:r>
              <a:rPr lang="zh-CN" altLang="en-US" sz="3200" b="1" dirty="0">
                <a:solidFill>
                  <a:schemeClr val="tx1"/>
                </a:solidFill>
                <a:latin typeface="微软雅黑" panose="020B0503020204020204" pitchFamily="34" charset="-122"/>
                <a:ea typeface="微软雅黑" panose="020B0503020204020204" pitchFamily="34" charset="-122"/>
              </a:rPr>
              <a:t> </a:t>
            </a:r>
          </a:p>
        </p:txBody>
      </p:sp>
      <p:pic>
        <p:nvPicPr>
          <p:cNvPr id="30" name="图片 29">
            <a:extLst>
              <a:ext uri="{FF2B5EF4-FFF2-40B4-BE49-F238E27FC236}">
                <a16:creationId xmlns:a16="http://schemas.microsoft.com/office/drawing/2014/main" id="{DA6E73BA-BD48-23A2-D2EA-F613118554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4156" y="636429"/>
            <a:ext cx="2490986" cy="461665"/>
          </a:xfrm>
          <a:prstGeom prst="rect">
            <a:avLst/>
          </a:prstGeom>
        </p:spPr>
      </p:pic>
      <p:sp>
        <p:nvSpPr>
          <p:cNvPr id="31" name="文本框 30">
            <a:extLst>
              <a:ext uri="{FF2B5EF4-FFF2-40B4-BE49-F238E27FC236}">
                <a16:creationId xmlns:a16="http://schemas.microsoft.com/office/drawing/2014/main" id="{55B09BB0-4EDA-76CD-4DB6-7975511058E1}"/>
              </a:ext>
            </a:extLst>
          </p:cNvPr>
          <p:cNvSpPr txBox="1"/>
          <p:nvPr/>
        </p:nvSpPr>
        <p:spPr>
          <a:xfrm>
            <a:off x="998585" y="605651"/>
            <a:ext cx="3714929" cy="523220"/>
          </a:xfrm>
          <a:prstGeom prst="rect">
            <a:avLst/>
          </a:prstGeom>
          <a:noFill/>
        </p:spPr>
        <p:txBody>
          <a:bodyPr wrap="square">
            <a:spAutoFit/>
          </a:bodyPr>
          <a:lstStyle/>
          <a:p>
            <a:r>
              <a:rPr lang="zh-CN" altLang="en-US" sz="2800" b="1" dirty="0">
                <a:solidFill>
                  <a:srgbClr val="004EA2"/>
                </a:solidFill>
                <a:latin typeface="微软雅黑" panose="020B0503020204020204" pitchFamily="34" charset="-122"/>
                <a:ea typeface="微软雅黑" panose="020B0503020204020204" pitchFamily="34" charset="-122"/>
              </a:rPr>
              <a:t>功能展示</a:t>
            </a:r>
            <a:r>
              <a:rPr lang="en-US" altLang="zh-CN" sz="2800" b="1" dirty="0">
                <a:solidFill>
                  <a:srgbClr val="004EA2"/>
                </a:solidFill>
                <a:latin typeface="微软雅黑" panose="020B0503020204020204" pitchFamily="34" charset="-122"/>
                <a:ea typeface="微软雅黑" panose="020B0503020204020204" pitchFamily="34" charset="-122"/>
              </a:rPr>
              <a:t>-</a:t>
            </a:r>
            <a:r>
              <a:rPr lang="zh-CN" altLang="en-US" sz="2800" b="1" dirty="0">
                <a:solidFill>
                  <a:srgbClr val="004EA2"/>
                </a:solidFill>
                <a:latin typeface="微软雅黑" panose="020B0503020204020204" pitchFamily="34" charset="-122"/>
                <a:ea typeface="微软雅黑" panose="020B0503020204020204" pitchFamily="34" charset="-122"/>
              </a:rPr>
              <a:t>财务管理</a:t>
            </a:r>
          </a:p>
        </p:txBody>
      </p:sp>
      <p:sp>
        <p:nvSpPr>
          <p:cNvPr id="32" name="矩形 31">
            <a:extLst>
              <a:ext uri="{FF2B5EF4-FFF2-40B4-BE49-F238E27FC236}">
                <a16:creationId xmlns:a16="http://schemas.microsoft.com/office/drawing/2014/main" id="{02E285B7-9F57-C185-F781-8964BFA37D71}"/>
              </a:ext>
            </a:extLst>
          </p:cNvPr>
          <p:cNvSpPr/>
          <p:nvPr/>
        </p:nvSpPr>
        <p:spPr>
          <a:xfrm flipH="1">
            <a:off x="939648" y="700574"/>
            <a:ext cx="58937" cy="333374"/>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0595ABB7-D360-DE36-56A7-023A313C6B9D}"/>
              </a:ext>
            </a:extLst>
          </p:cNvPr>
          <p:cNvCxnSpPr>
            <a:cxnSpLocks/>
          </p:cNvCxnSpPr>
          <p:nvPr/>
        </p:nvCxnSpPr>
        <p:spPr>
          <a:xfrm>
            <a:off x="660400" y="1129484"/>
            <a:ext cx="8292531" cy="0"/>
          </a:xfrm>
          <a:prstGeom prst="line">
            <a:avLst/>
          </a:prstGeom>
          <a:ln w="15875">
            <a:solidFill>
              <a:srgbClr val="004EA2"/>
            </a:solidFill>
          </a:ln>
        </p:spPr>
        <p:style>
          <a:lnRef idx="3">
            <a:schemeClr val="accent1"/>
          </a:lnRef>
          <a:fillRef idx="0">
            <a:schemeClr val="accent1"/>
          </a:fillRef>
          <a:effectRef idx="2">
            <a:schemeClr val="accent1"/>
          </a:effectRef>
          <a:fontRef idx="minor">
            <a:schemeClr val="tx1"/>
          </a:fontRef>
        </p:style>
      </p:cxnSp>
      <p:sp>
        <p:nvSpPr>
          <p:cNvPr id="11" name="文本框 10">
            <a:extLst>
              <a:ext uri="{FF2B5EF4-FFF2-40B4-BE49-F238E27FC236}">
                <a16:creationId xmlns:a16="http://schemas.microsoft.com/office/drawing/2014/main" id="{749E8517-D5BE-C379-F4D4-8C6847F54B72}"/>
              </a:ext>
            </a:extLst>
          </p:cNvPr>
          <p:cNvSpPr txBox="1"/>
          <p:nvPr/>
        </p:nvSpPr>
        <p:spPr>
          <a:xfrm>
            <a:off x="8526478" y="2054192"/>
            <a:ext cx="3692996" cy="1705403"/>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在主页点击财务管理进入财务页面，可以看到各药品近六天的销量变化折线图，员工业绩考核饼状图以及药品销量饼状图：</a:t>
            </a:r>
          </a:p>
        </p:txBody>
      </p:sp>
      <p:pic>
        <p:nvPicPr>
          <p:cNvPr id="4" name="图片 3">
            <a:extLst>
              <a:ext uri="{FF2B5EF4-FFF2-40B4-BE49-F238E27FC236}">
                <a16:creationId xmlns:a16="http://schemas.microsoft.com/office/drawing/2014/main" id="{E6ADE915-0E54-3200-3633-506B6F6A7B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1" y="1290282"/>
            <a:ext cx="7518866" cy="5111977"/>
          </a:xfrm>
          <a:prstGeom prst="rect">
            <a:avLst/>
          </a:prstGeom>
        </p:spPr>
      </p:pic>
      <p:pic>
        <p:nvPicPr>
          <p:cNvPr id="8" name="图片 7">
            <a:extLst>
              <a:ext uri="{FF2B5EF4-FFF2-40B4-BE49-F238E27FC236}">
                <a16:creationId xmlns:a16="http://schemas.microsoft.com/office/drawing/2014/main" id="{8A820FE7-860B-AD74-218A-CF5334F7684B}"/>
              </a:ext>
            </a:extLst>
          </p:cNvPr>
          <p:cNvPicPr>
            <a:picLocks noChangeAspect="1"/>
          </p:cNvPicPr>
          <p:nvPr/>
        </p:nvPicPr>
        <p:blipFill rotWithShape="1">
          <a:blip r:embed="rId4">
            <a:extLst>
              <a:ext uri="{28A0092B-C50C-407E-A947-70E740481C1C}">
                <a14:useLocalDpi xmlns:a14="http://schemas.microsoft.com/office/drawing/2010/main" val="0"/>
              </a:ext>
            </a:extLst>
          </a:blip>
          <a:srcRect l="1170" r="1468" b="24669"/>
          <a:stretch/>
        </p:blipFill>
        <p:spPr>
          <a:xfrm>
            <a:off x="313190" y="1725385"/>
            <a:ext cx="7866077" cy="2034210"/>
          </a:xfrm>
          <a:prstGeom prst="rect">
            <a:avLst/>
          </a:prstGeom>
        </p:spPr>
      </p:pic>
      <p:sp>
        <p:nvSpPr>
          <p:cNvPr id="12" name="文本框 11">
            <a:extLst>
              <a:ext uri="{FF2B5EF4-FFF2-40B4-BE49-F238E27FC236}">
                <a16:creationId xmlns:a16="http://schemas.microsoft.com/office/drawing/2014/main" id="{0CAFA5B8-F414-2D4F-6B86-E4540376951D}"/>
              </a:ext>
            </a:extLst>
          </p:cNvPr>
          <p:cNvSpPr txBox="1"/>
          <p:nvPr/>
        </p:nvSpPr>
        <p:spPr>
          <a:xfrm>
            <a:off x="8390296" y="4070065"/>
            <a:ext cx="3752674" cy="1705403"/>
          </a:xfrm>
          <a:prstGeom prst="rect">
            <a:avLst/>
          </a:prstGeom>
          <a:noFill/>
        </p:spPr>
        <p:txBody>
          <a:bodyPr wrap="square" rtlCol="0">
            <a:spAutoFit/>
          </a:bodyPr>
          <a:lstStyle/>
          <a:p>
            <a:pPr algn="just">
              <a:lnSpc>
                <a:spcPct val="150000"/>
              </a:lnSpc>
            </a:pPr>
            <a:r>
              <a:rPr lang="zh-CN" altLang="en-US" dirty="0">
                <a:latin typeface="微软雅黑" panose="020B0503020204020204" pitchFamily="34" charset="-122"/>
                <a:ea typeface="微软雅黑" panose="020B0503020204020204" pitchFamily="34" charset="-122"/>
              </a:rPr>
              <a:t>该界面中还有近一个月中所有销售订单的表格以及进过货的药品信息点击删除和编辑同样可以对表项进行操作</a:t>
            </a:r>
          </a:p>
        </p:txBody>
      </p:sp>
    </p:spTree>
    <p:extLst>
      <p:ext uri="{BB962C8B-B14F-4D97-AF65-F5344CB8AC3E}">
        <p14:creationId xmlns:p14="http://schemas.microsoft.com/office/powerpoint/2010/main" val="2150752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701A628-08CF-8311-2C1F-6AA3C24AA0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28932" y="2113836"/>
            <a:ext cx="4063068" cy="4853287"/>
          </a:xfrm>
          <a:prstGeom prst="rect">
            <a:avLst/>
          </a:prstGeom>
          <a:noFill/>
        </p:spPr>
      </p:pic>
      <p:pic>
        <p:nvPicPr>
          <p:cNvPr id="3" name="图片 2">
            <a:extLst>
              <a:ext uri="{FF2B5EF4-FFF2-40B4-BE49-F238E27FC236}">
                <a16:creationId xmlns:a16="http://schemas.microsoft.com/office/drawing/2014/main" id="{541D431E-8E8A-71EA-7737-26201D8721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950" y="208047"/>
            <a:ext cx="2578102" cy="477812"/>
          </a:xfrm>
          <a:prstGeom prst="rect">
            <a:avLst/>
          </a:prstGeom>
        </p:spPr>
      </p:pic>
      <p:grpSp>
        <p:nvGrpSpPr>
          <p:cNvPr id="4" name="组合 3">
            <a:extLst>
              <a:ext uri="{FF2B5EF4-FFF2-40B4-BE49-F238E27FC236}">
                <a16:creationId xmlns:a16="http://schemas.microsoft.com/office/drawing/2014/main" id="{0EC5DEBB-0F1E-9F2A-222A-AD7AFD574B76}"/>
              </a:ext>
            </a:extLst>
          </p:cNvPr>
          <p:cNvGrpSpPr/>
          <p:nvPr/>
        </p:nvGrpSpPr>
        <p:grpSpPr>
          <a:xfrm>
            <a:off x="6988665" y="1241057"/>
            <a:ext cx="4290678" cy="1107996"/>
            <a:chOff x="1750244" y="3082533"/>
            <a:chExt cx="2223984" cy="414115"/>
          </a:xfrm>
        </p:grpSpPr>
        <p:sp>
          <p:nvSpPr>
            <p:cNvPr id="5" name="文本框 4">
              <a:extLst>
                <a:ext uri="{FF2B5EF4-FFF2-40B4-BE49-F238E27FC236}">
                  <a16:creationId xmlns:a16="http://schemas.microsoft.com/office/drawing/2014/main" id="{E8FFDA9F-C224-8AC7-0C2E-2126A87E53C1}"/>
                </a:ext>
              </a:extLst>
            </p:cNvPr>
            <p:cNvSpPr txBox="1"/>
            <p:nvPr/>
          </p:nvSpPr>
          <p:spPr>
            <a:xfrm>
              <a:off x="1750244" y="3082533"/>
              <a:ext cx="2223984" cy="414115"/>
            </a:xfrm>
            <a:prstGeom prst="rect">
              <a:avLst/>
            </a:prstGeom>
            <a:noFill/>
            <a:effectLst/>
          </p:spPr>
          <p:txBody>
            <a:bodyPr wrap="square" rtlCol="0">
              <a:sp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buSzPct val="25000"/>
              </a:pPr>
              <a:r>
                <a:rPr lang="zh-CN" altLang="en-US" sz="6600" dirty="0">
                  <a:solidFill>
                    <a:srgbClr val="003B92"/>
                  </a:solidFill>
                  <a:effectLst/>
                  <a:latin typeface="微软雅黑" panose="020B0503020204020204" pitchFamily="34" charset="-122"/>
                  <a:ea typeface="微软雅黑" panose="020B0503020204020204" pitchFamily="34" charset="-122"/>
                </a:rPr>
                <a:t>第四部分</a:t>
              </a:r>
              <a:endParaRPr lang="en-US" altLang="zh-CN" sz="6600" dirty="0">
                <a:solidFill>
                  <a:srgbClr val="003B92"/>
                </a:solidFill>
                <a:effectLst/>
                <a:latin typeface="微软雅黑" panose="020B0503020204020204" pitchFamily="34" charset="-122"/>
                <a:ea typeface="微软雅黑" panose="020B0503020204020204" pitchFamily="34" charset="-122"/>
              </a:endParaRPr>
            </a:p>
          </p:txBody>
        </p:sp>
        <p:cxnSp>
          <p:nvCxnSpPr>
            <p:cNvPr id="6" name="直接连接符 5">
              <a:extLst>
                <a:ext uri="{FF2B5EF4-FFF2-40B4-BE49-F238E27FC236}">
                  <a16:creationId xmlns:a16="http://schemas.microsoft.com/office/drawing/2014/main" id="{D801CC8A-CB7F-6632-96EC-FB3712E91A1C}"/>
                </a:ext>
              </a:extLst>
            </p:cNvPr>
            <p:cNvCxnSpPr>
              <a:cxnSpLocks/>
            </p:cNvCxnSpPr>
            <p:nvPr/>
          </p:nvCxnSpPr>
          <p:spPr>
            <a:xfrm>
              <a:off x="1802254" y="3496648"/>
              <a:ext cx="465826" cy="0"/>
            </a:xfrm>
            <a:prstGeom prst="line">
              <a:avLst/>
            </a:prstGeom>
            <a:ln>
              <a:solidFill>
                <a:srgbClr val="003B92"/>
              </a:solidFill>
            </a:ln>
          </p:spPr>
          <p:style>
            <a:lnRef idx="1">
              <a:schemeClr val="accent1"/>
            </a:lnRef>
            <a:fillRef idx="0">
              <a:schemeClr val="accent1"/>
            </a:fillRef>
            <a:effectRef idx="0">
              <a:schemeClr val="accent1"/>
            </a:effectRef>
            <a:fontRef idx="minor">
              <a:schemeClr val="tx1"/>
            </a:fontRef>
          </p:style>
        </p:cxnSp>
      </p:grpSp>
      <p:sp>
        <p:nvSpPr>
          <p:cNvPr id="7" name="矩形 6">
            <a:extLst>
              <a:ext uri="{FF2B5EF4-FFF2-40B4-BE49-F238E27FC236}">
                <a16:creationId xmlns:a16="http://schemas.microsoft.com/office/drawing/2014/main" id="{B7BE84E5-D232-66A2-D084-8C1180718EB2}"/>
              </a:ext>
            </a:extLst>
          </p:cNvPr>
          <p:cNvSpPr/>
          <p:nvPr/>
        </p:nvSpPr>
        <p:spPr>
          <a:xfrm flipH="1">
            <a:off x="7089007" y="2599737"/>
            <a:ext cx="4362199" cy="3872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46800" rIns="90000" bIns="46800" numCol="1" spcCol="0" rtlCol="0" fromWordArt="0" anchor="t" anchorCtr="0" forceAA="0" compatLnSpc="1">
            <a:noAutofit/>
          </a:bodyPr>
          <a:lstStyle/>
          <a:p>
            <a:r>
              <a:rPr lang="zh-CN" altLang="en-US" sz="4800" dirty="0">
                <a:solidFill>
                  <a:srgbClr val="003B92"/>
                </a:solidFill>
                <a:latin typeface="微软雅黑" panose="020B0503020204020204" pitchFamily="34" charset="-122"/>
                <a:ea typeface="微软雅黑" panose="020B0503020204020204" pitchFamily="34" charset="-122"/>
              </a:rPr>
              <a:t>代码实现</a:t>
            </a:r>
            <a:endParaRPr lang="en-US" altLang="zh-CN" sz="4800" dirty="0">
              <a:solidFill>
                <a:srgbClr val="003B92"/>
              </a:solidFill>
              <a:latin typeface="微软雅黑" panose="020B0503020204020204" pitchFamily="34" charset="-122"/>
              <a:ea typeface="微软雅黑" panose="020B0503020204020204" pitchFamily="34" charset="-122"/>
            </a:endParaRPr>
          </a:p>
        </p:txBody>
      </p:sp>
      <p:sp>
        <p:nvSpPr>
          <p:cNvPr id="8" name="任意多边形: 形状 7">
            <a:extLst>
              <a:ext uri="{FF2B5EF4-FFF2-40B4-BE49-F238E27FC236}">
                <a16:creationId xmlns:a16="http://schemas.microsoft.com/office/drawing/2014/main" id="{F627DFE5-CA71-313A-CA36-BC4219C1F384}"/>
              </a:ext>
            </a:extLst>
          </p:cNvPr>
          <p:cNvSpPr/>
          <p:nvPr/>
        </p:nvSpPr>
        <p:spPr>
          <a:xfrm>
            <a:off x="-112903" y="-36784"/>
            <a:ext cx="5130079" cy="6858000"/>
          </a:xfrm>
          <a:custGeom>
            <a:avLst/>
            <a:gdLst>
              <a:gd name="connsiteX0" fmla="*/ 0 w 5130079"/>
              <a:gd name="connsiteY0" fmla="*/ 0 h 6858000"/>
              <a:gd name="connsiteX1" fmla="*/ 5130079 w 5130079"/>
              <a:gd name="connsiteY1" fmla="*/ 0 h 6858000"/>
              <a:gd name="connsiteX2" fmla="*/ 5013684 w 5130079"/>
              <a:gd name="connsiteY2" fmla="*/ 148115 h 6858000"/>
              <a:gd name="connsiteX3" fmla="*/ 3924300 w 5130079"/>
              <a:gd name="connsiteY3" fmla="*/ 3429000 h 6858000"/>
              <a:gd name="connsiteX4" fmla="*/ 5013684 w 5130079"/>
              <a:gd name="connsiteY4" fmla="*/ 6709885 h 6858000"/>
              <a:gd name="connsiteX5" fmla="*/ 5130079 w 5130079"/>
              <a:gd name="connsiteY5" fmla="*/ 6858000 h 6858000"/>
              <a:gd name="connsiteX6" fmla="*/ 0 w 5130079"/>
              <a:gd name="connsiteY6" fmla="*/ 6858000 h 6858000"/>
              <a:gd name="connsiteX7" fmla="*/ 0 w 5130079"/>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30079" h="6858000">
                <a:moveTo>
                  <a:pt x="0" y="0"/>
                </a:moveTo>
                <a:lnTo>
                  <a:pt x="5130079" y="0"/>
                </a:lnTo>
                <a:lnTo>
                  <a:pt x="5013684" y="148115"/>
                </a:lnTo>
                <a:cubicBezTo>
                  <a:pt x="4329481" y="1063002"/>
                  <a:pt x="3924300" y="2198684"/>
                  <a:pt x="3924300" y="3429000"/>
                </a:cubicBezTo>
                <a:cubicBezTo>
                  <a:pt x="3924300" y="4659317"/>
                  <a:pt x="4329481" y="5794998"/>
                  <a:pt x="5013684" y="6709885"/>
                </a:cubicBezTo>
                <a:lnTo>
                  <a:pt x="5130079" y="6858000"/>
                </a:lnTo>
                <a:lnTo>
                  <a:pt x="0" y="6858000"/>
                </a:lnTo>
                <a:lnTo>
                  <a:pt x="0" y="0"/>
                </a:lnTo>
                <a:close/>
              </a:path>
            </a:pathLst>
          </a:custGeom>
          <a:blipFill dpi="0" rotWithShape="1">
            <a:blip r:embed="rId4">
              <a:alphaModFix amt="6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538165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50CABF0-6FF0-1423-190B-36884E3A88C6}"/>
              </a:ext>
            </a:extLst>
          </p:cNvPr>
          <p:cNvSpPr/>
          <p:nvPr/>
        </p:nvSpPr>
        <p:spPr>
          <a:xfrm>
            <a:off x="829183" y="1290283"/>
            <a:ext cx="4017621"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p>
            <a:pPr>
              <a:buSzPct val="25000"/>
            </a:pPr>
            <a:r>
              <a:rPr lang="zh-CN" altLang="en-US" sz="3200" b="1" dirty="0">
                <a:solidFill>
                  <a:schemeClr val="tx1"/>
                </a:solidFill>
                <a:latin typeface="微软雅黑" panose="020B0503020204020204" pitchFamily="34" charset="-122"/>
                <a:ea typeface="微软雅黑" panose="020B0503020204020204" pitchFamily="34" charset="-122"/>
              </a:rPr>
              <a:t> </a:t>
            </a:r>
          </a:p>
        </p:txBody>
      </p:sp>
      <p:pic>
        <p:nvPicPr>
          <p:cNvPr id="30" name="图片 29">
            <a:extLst>
              <a:ext uri="{FF2B5EF4-FFF2-40B4-BE49-F238E27FC236}">
                <a16:creationId xmlns:a16="http://schemas.microsoft.com/office/drawing/2014/main" id="{DA6E73BA-BD48-23A2-D2EA-F613118554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4156" y="636429"/>
            <a:ext cx="2490986" cy="461665"/>
          </a:xfrm>
          <a:prstGeom prst="rect">
            <a:avLst/>
          </a:prstGeom>
        </p:spPr>
      </p:pic>
      <p:sp>
        <p:nvSpPr>
          <p:cNvPr id="31" name="文本框 30">
            <a:extLst>
              <a:ext uri="{FF2B5EF4-FFF2-40B4-BE49-F238E27FC236}">
                <a16:creationId xmlns:a16="http://schemas.microsoft.com/office/drawing/2014/main" id="{55B09BB0-4EDA-76CD-4DB6-7975511058E1}"/>
              </a:ext>
            </a:extLst>
          </p:cNvPr>
          <p:cNvSpPr txBox="1"/>
          <p:nvPr/>
        </p:nvSpPr>
        <p:spPr>
          <a:xfrm>
            <a:off x="998585" y="605651"/>
            <a:ext cx="3714929" cy="523220"/>
          </a:xfrm>
          <a:prstGeom prst="rect">
            <a:avLst/>
          </a:prstGeom>
          <a:noFill/>
        </p:spPr>
        <p:txBody>
          <a:bodyPr wrap="square">
            <a:spAutoFit/>
          </a:bodyPr>
          <a:lstStyle/>
          <a:p>
            <a:r>
              <a:rPr lang="zh-CN" altLang="en-US" sz="2800" b="1" dirty="0">
                <a:solidFill>
                  <a:srgbClr val="004EA2"/>
                </a:solidFill>
                <a:latin typeface="微软雅黑" panose="020B0503020204020204" pitchFamily="34" charset="-122"/>
                <a:ea typeface="微软雅黑" panose="020B0503020204020204" pitchFamily="34" charset="-122"/>
              </a:rPr>
              <a:t>代码实现</a:t>
            </a:r>
          </a:p>
        </p:txBody>
      </p:sp>
      <p:sp>
        <p:nvSpPr>
          <p:cNvPr id="32" name="矩形 31">
            <a:extLst>
              <a:ext uri="{FF2B5EF4-FFF2-40B4-BE49-F238E27FC236}">
                <a16:creationId xmlns:a16="http://schemas.microsoft.com/office/drawing/2014/main" id="{02E285B7-9F57-C185-F781-8964BFA37D71}"/>
              </a:ext>
            </a:extLst>
          </p:cNvPr>
          <p:cNvSpPr/>
          <p:nvPr/>
        </p:nvSpPr>
        <p:spPr>
          <a:xfrm flipH="1">
            <a:off x="939648" y="700574"/>
            <a:ext cx="58937" cy="333374"/>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0595ABB7-D360-DE36-56A7-023A313C6B9D}"/>
              </a:ext>
            </a:extLst>
          </p:cNvPr>
          <p:cNvCxnSpPr>
            <a:cxnSpLocks/>
          </p:cNvCxnSpPr>
          <p:nvPr/>
        </p:nvCxnSpPr>
        <p:spPr>
          <a:xfrm>
            <a:off x="660400" y="1129484"/>
            <a:ext cx="8292531" cy="0"/>
          </a:xfrm>
          <a:prstGeom prst="line">
            <a:avLst/>
          </a:prstGeom>
          <a:ln w="15875">
            <a:solidFill>
              <a:srgbClr val="004EA2"/>
            </a:solidFill>
          </a:ln>
        </p:spPr>
        <p:style>
          <a:lnRef idx="3">
            <a:schemeClr val="accent1"/>
          </a:lnRef>
          <a:fillRef idx="0">
            <a:schemeClr val="accent1"/>
          </a:fillRef>
          <a:effectRef idx="2">
            <a:schemeClr val="accent1"/>
          </a:effectRef>
          <a:fontRef idx="minor">
            <a:schemeClr val="tx1"/>
          </a:fontRef>
        </p:style>
      </p:cxnSp>
      <p:sp>
        <p:nvSpPr>
          <p:cNvPr id="11" name="文本框 10">
            <a:extLst>
              <a:ext uri="{FF2B5EF4-FFF2-40B4-BE49-F238E27FC236}">
                <a16:creationId xmlns:a16="http://schemas.microsoft.com/office/drawing/2014/main" id="{92EE2EA4-5838-FE6C-0D6F-2C4380DC2183}"/>
              </a:ext>
            </a:extLst>
          </p:cNvPr>
          <p:cNvSpPr txBox="1"/>
          <p:nvPr/>
        </p:nvSpPr>
        <p:spPr>
          <a:xfrm>
            <a:off x="909773" y="4992760"/>
            <a:ext cx="5339020" cy="1477328"/>
          </a:xfrm>
          <a:prstGeom prst="rect">
            <a:avLst/>
          </a:prstGeom>
          <a:noFill/>
        </p:spPr>
        <p:txBody>
          <a:bodyPr wrap="square" rtlCol="0">
            <a:spAutoFit/>
          </a:bodyPr>
          <a:lstStyle/>
          <a:p>
            <a:r>
              <a:rPr lang="zh-CN" altLang="en-US" dirty="0"/>
              <a:t>在</a:t>
            </a:r>
            <a:r>
              <a:rPr lang="en-US" altLang="zh-CN" dirty="0"/>
              <a:t>model.py</a:t>
            </a:r>
            <a:r>
              <a:rPr lang="zh-CN" altLang="en-US" dirty="0"/>
              <a:t>中使用</a:t>
            </a:r>
            <a:r>
              <a:rPr lang="en-US" altLang="zh-CN" dirty="0" err="1"/>
              <a:t>django</a:t>
            </a:r>
            <a:r>
              <a:rPr lang="zh-CN" altLang="en-US" dirty="0"/>
              <a:t>的</a:t>
            </a:r>
            <a:r>
              <a:rPr lang="en-US" altLang="zh-CN" dirty="0"/>
              <a:t>model</a:t>
            </a:r>
            <a:r>
              <a:rPr lang="zh-CN" altLang="en-US" dirty="0"/>
              <a:t>类定义</a:t>
            </a:r>
            <a:r>
              <a:rPr lang="zh-CN" altLang="en-US" b="0" i="0" dirty="0">
                <a:solidFill>
                  <a:srgbClr val="1B1B1B"/>
                </a:solidFill>
                <a:effectLst/>
                <a:latin typeface="Inter"/>
              </a:rPr>
              <a:t>储存数据的结构，即数据库中的表。包括关联的外码和属性。</a:t>
            </a:r>
            <a:endParaRPr lang="en-US" altLang="zh-CN" b="0" i="0" dirty="0">
              <a:solidFill>
                <a:srgbClr val="1B1B1B"/>
              </a:solidFill>
              <a:effectLst/>
              <a:latin typeface="Inter"/>
            </a:endParaRPr>
          </a:p>
          <a:p>
            <a:r>
              <a:rPr lang="zh-CN" altLang="en-US" dirty="0">
                <a:solidFill>
                  <a:srgbClr val="1B1B1B"/>
                </a:solidFill>
                <a:latin typeface="Inter"/>
              </a:rPr>
              <a:t>数据库的触发器和存储过程等功能我们直接在</a:t>
            </a:r>
            <a:r>
              <a:rPr lang="en-US" altLang="zh-CN" dirty="0">
                <a:solidFill>
                  <a:srgbClr val="1B1B1B"/>
                </a:solidFill>
                <a:latin typeface="Inter"/>
              </a:rPr>
              <a:t>views</a:t>
            </a:r>
            <a:r>
              <a:rPr lang="zh-CN" altLang="en-US" dirty="0">
                <a:solidFill>
                  <a:srgbClr val="1B1B1B"/>
                </a:solidFill>
                <a:latin typeface="Inter"/>
              </a:rPr>
              <a:t>文件中利用基本的</a:t>
            </a:r>
            <a:r>
              <a:rPr lang="en-US" altLang="zh-CN" dirty="0">
                <a:solidFill>
                  <a:srgbClr val="1B1B1B"/>
                </a:solidFill>
                <a:latin typeface="Inter"/>
              </a:rPr>
              <a:t>python</a:t>
            </a:r>
            <a:r>
              <a:rPr lang="zh-CN" altLang="en-US" dirty="0">
                <a:solidFill>
                  <a:srgbClr val="1B1B1B"/>
                </a:solidFill>
                <a:latin typeface="Inter"/>
              </a:rPr>
              <a:t>逻辑结果实现，这里仅作静态定义。</a:t>
            </a:r>
            <a:endParaRPr lang="zh-CN" altLang="en-US" dirty="0"/>
          </a:p>
        </p:txBody>
      </p:sp>
      <p:sp>
        <p:nvSpPr>
          <p:cNvPr id="12" name="文本框 11">
            <a:extLst>
              <a:ext uri="{FF2B5EF4-FFF2-40B4-BE49-F238E27FC236}">
                <a16:creationId xmlns:a16="http://schemas.microsoft.com/office/drawing/2014/main" id="{B8F2DBB5-E550-9538-11FE-D449393E0AA5}"/>
              </a:ext>
            </a:extLst>
          </p:cNvPr>
          <p:cNvSpPr txBox="1"/>
          <p:nvPr/>
        </p:nvSpPr>
        <p:spPr>
          <a:xfrm>
            <a:off x="6570398" y="4992759"/>
            <a:ext cx="5339019" cy="1477328"/>
          </a:xfrm>
          <a:prstGeom prst="rect">
            <a:avLst/>
          </a:prstGeom>
          <a:noFill/>
        </p:spPr>
        <p:txBody>
          <a:bodyPr wrap="square" rtlCol="0">
            <a:spAutoFit/>
          </a:bodyPr>
          <a:lstStyle/>
          <a:p>
            <a:r>
              <a:rPr lang="en-US" altLang="zh-CN" dirty="0"/>
              <a:t>view.py</a:t>
            </a:r>
            <a:r>
              <a:rPr lang="zh-CN" altLang="en-US" dirty="0"/>
              <a:t>中使用</a:t>
            </a:r>
            <a:r>
              <a:rPr lang="en-US" altLang="zh-CN" dirty="0"/>
              <a:t>request</a:t>
            </a:r>
            <a:r>
              <a:rPr lang="zh-CN" altLang="en-US" dirty="0"/>
              <a:t>请求类</a:t>
            </a:r>
            <a:r>
              <a:rPr lang="en-US" altLang="zh-CN" dirty="0"/>
              <a:t>(get</a:t>
            </a:r>
            <a:r>
              <a:rPr lang="zh-CN" altLang="en-US" dirty="0"/>
              <a:t>与</a:t>
            </a:r>
            <a:r>
              <a:rPr lang="en-US" altLang="zh-CN" dirty="0"/>
              <a:t>post)</a:t>
            </a:r>
            <a:r>
              <a:rPr lang="zh-CN" altLang="en-US" dirty="0"/>
              <a:t>，获取页面中的访问请求，从而返回</a:t>
            </a:r>
            <a:r>
              <a:rPr lang="en-US" altLang="zh-CN" dirty="0"/>
              <a:t>html</a:t>
            </a:r>
            <a:r>
              <a:rPr lang="zh-CN" altLang="en-US" dirty="0"/>
              <a:t>网页资源实现各种功能</a:t>
            </a:r>
            <a:r>
              <a:rPr lang="en-US" altLang="zh-CN" dirty="0"/>
              <a:t>, html</a:t>
            </a:r>
            <a:r>
              <a:rPr lang="zh-CN" altLang="en-US" dirty="0"/>
              <a:t>页面实现前端的全部构造，调用了</a:t>
            </a:r>
            <a:r>
              <a:rPr lang="en-US" altLang="zh-CN" dirty="0"/>
              <a:t>bootstrap</a:t>
            </a:r>
            <a:r>
              <a:rPr lang="zh-CN" altLang="en-US" dirty="0"/>
              <a:t>和</a:t>
            </a:r>
            <a:r>
              <a:rPr lang="en-US" altLang="zh-CN" dirty="0" err="1"/>
              <a:t>jquery</a:t>
            </a:r>
            <a:r>
              <a:rPr lang="zh-CN" altLang="en-US" dirty="0"/>
              <a:t>框架，同时利用</a:t>
            </a:r>
            <a:r>
              <a:rPr lang="en-US" altLang="zh-CN" dirty="0" err="1"/>
              <a:t>echarts</a:t>
            </a:r>
            <a:r>
              <a:rPr lang="zh-CN" altLang="en-US" dirty="0"/>
              <a:t>来进行动态统计图表绘制（虽然前端不是重点但很重要）。</a:t>
            </a:r>
          </a:p>
        </p:txBody>
      </p:sp>
      <p:pic>
        <p:nvPicPr>
          <p:cNvPr id="4" name="图片 3">
            <a:extLst>
              <a:ext uri="{FF2B5EF4-FFF2-40B4-BE49-F238E27FC236}">
                <a16:creationId xmlns:a16="http://schemas.microsoft.com/office/drawing/2014/main" id="{F3A877BB-A27F-B33E-0E20-2D30CB91F85E}"/>
              </a:ext>
            </a:extLst>
          </p:cNvPr>
          <p:cNvPicPr>
            <a:picLocks noChangeAspect="1"/>
          </p:cNvPicPr>
          <p:nvPr/>
        </p:nvPicPr>
        <p:blipFill>
          <a:blip r:embed="rId3"/>
          <a:stretch>
            <a:fillRect/>
          </a:stretch>
        </p:blipFill>
        <p:spPr>
          <a:xfrm>
            <a:off x="939647" y="2445835"/>
            <a:ext cx="5279271" cy="2447069"/>
          </a:xfrm>
          <a:prstGeom prst="rect">
            <a:avLst/>
          </a:prstGeom>
        </p:spPr>
      </p:pic>
      <p:sp>
        <p:nvSpPr>
          <p:cNvPr id="6" name="文本框 5">
            <a:extLst>
              <a:ext uri="{FF2B5EF4-FFF2-40B4-BE49-F238E27FC236}">
                <a16:creationId xmlns:a16="http://schemas.microsoft.com/office/drawing/2014/main" id="{39C2BCBF-664A-254F-DA27-37895F0B8A50}"/>
              </a:ext>
            </a:extLst>
          </p:cNvPr>
          <p:cNvSpPr txBox="1"/>
          <p:nvPr/>
        </p:nvSpPr>
        <p:spPr>
          <a:xfrm>
            <a:off x="909773" y="1552404"/>
            <a:ext cx="10881466" cy="984885"/>
          </a:xfrm>
          <a:prstGeom prst="rect">
            <a:avLst/>
          </a:prstGeom>
          <a:noFill/>
        </p:spPr>
        <p:txBody>
          <a:bodyPr wrap="square" rtlCol="0">
            <a:spAutoFit/>
          </a:bodyPr>
          <a:lstStyle/>
          <a:p>
            <a:r>
              <a:rPr lang="zh-CN" altLang="en-US" sz="2000" dirty="0"/>
              <a:t>本项目使用</a:t>
            </a:r>
            <a:r>
              <a:rPr lang="en-US" altLang="zh-CN" sz="2000" dirty="0"/>
              <a:t>Django</a:t>
            </a:r>
            <a:r>
              <a:rPr lang="zh-CN" altLang="en-US" sz="2000" dirty="0"/>
              <a:t>框架构建了一个内容美观，功能丰富的客户端。关键的代码包括</a:t>
            </a:r>
            <a:r>
              <a:rPr lang="en-US" altLang="zh-CN" sz="2000" dirty="0"/>
              <a:t>model.py</a:t>
            </a:r>
            <a:r>
              <a:rPr lang="zh-CN" altLang="en-US" sz="2000" dirty="0"/>
              <a:t>，</a:t>
            </a:r>
            <a:r>
              <a:rPr lang="en-US" altLang="zh-CN" sz="2000" dirty="0"/>
              <a:t>view.py</a:t>
            </a:r>
            <a:r>
              <a:rPr lang="zh-CN" altLang="en-US" sz="2000" dirty="0"/>
              <a:t>，</a:t>
            </a:r>
            <a:r>
              <a:rPr lang="en-US" altLang="zh-CN" sz="2000" dirty="0"/>
              <a:t>setting.py</a:t>
            </a:r>
            <a:r>
              <a:rPr lang="zh-CN" altLang="en-US" sz="2000" dirty="0"/>
              <a:t>以及多个</a:t>
            </a:r>
            <a:r>
              <a:rPr lang="en-US" altLang="zh-CN" sz="2000" dirty="0"/>
              <a:t>html</a:t>
            </a:r>
            <a:r>
              <a:rPr lang="zh-CN" altLang="en-US" sz="2000" dirty="0"/>
              <a:t>文件。</a:t>
            </a:r>
            <a:endParaRPr lang="en-US" altLang="zh-CN" sz="2000" dirty="0"/>
          </a:p>
          <a:p>
            <a:endParaRPr lang="zh-CN" altLang="en-US" dirty="0"/>
          </a:p>
        </p:txBody>
      </p:sp>
      <p:pic>
        <p:nvPicPr>
          <p:cNvPr id="18" name="图片 17">
            <a:extLst>
              <a:ext uri="{FF2B5EF4-FFF2-40B4-BE49-F238E27FC236}">
                <a16:creationId xmlns:a16="http://schemas.microsoft.com/office/drawing/2014/main" id="{3FD5CA5B-2F61-E1CA-D566-BBEE0F0491A4}"/>
              </a:ext>
            </a:extLst>
          </p:cNvPr>
          <p:cNvPicPr>
            <a:picLocks noChangeAspect="1"/>
          </p:cNvPicPr>
          <p:nvPr/>
        </p:nvPicPr>
        <p:blipFill>
          <a:blip r:embed="rId4"/>
          <a:stretch>
            <a:fillRect/>
          </a:stretch>
        </p:blipFill>
        <p:spPr>
          <a:xfrm>
            <a:off x="6462778" y="2445835"/>
            <a:ext cx="5358336" cy="2447069"/>
          </a:xfrm>
          <a:prstGeom prst="rect">
            <a:avLst/>
          </a:prstGeom>
        </p:spPr>
      </p:pic>
    </p:spTree>
    <p:extLst>
      <p:ext uri="{BB962C8B-B14F-4D97-AF65-F5344CB8AC3E}">
        <p14:creationId xmlns:p14="http://schemas.microsoft.com/office/powerpoint/2010/main" val="4228071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050CABF0-6FF0-1423-190B-36884E3A88C6}"/>
              </a:ext>
            </a:extLst>
          </p:cNvPr>
          <p:cNvSpPr/>
          <p:nvPr/>
        </p:nvSpPr>
        <p:spPr>
          <a:xfrm>
            <a:off x="829183" y="1290283"/>
            <a:ext cx="4017621" cy="584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spAutoFit/>
          </a:bodyPr>
          <a:lstStyle/>
          <a:p>
            <a:pPr>
              <a:buSzPct val="25000"/>
            </a:pPr>
            <a:r>
              <a:rPr lang="zh-CN" altLang="en-US" sz="3200" b="1" dirty="0">
                <a:solidFill>
                  <a:schemeClr val="tx1"/>
                </a:solidFill>
                <a:latin typeface="微软雅黑" panose="020B0503020204020204" pitchFamily="34" charset="-122"/>
                <a:ea typeface="微软雅黑" panose="020B0503020204020204" pitchFamily="34" charset="-122"/>
              </a:rPr>
              <a:t> </a:t>
            </a:r>
          </a:p>
        </p:txBody>
      </p:sp>
      <p:pic>
        <p:nvPicPr>
          <p:cNvPr id="30" name="图片 29">
            <a:extLst>
              <a:ext uri="{FF2B5EF4-FFF2-40B4-BE49-F238E27FC236}">
                <a16:creationId xmlns:a16="http://schemas.microsoft.com/office/drawing/2014/main" id="{DA6E73BA-BD48-23A2-D2EA-F613118554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4156" y="636429"/>
            <a:ext cx="2490986" cy="461665"/>
          </a:xfrm>
          <a:prstGeom prst="rect">
            <a:avLst/>
          </a:prstGeom>
        </p:spPr>
      </p:pic>
      <p:sp>
        <p:nvSpPr>
          <p:cNvPr id="31" name="文本框 30">
            <a:extLst>
              <a:ext uri="{FF2B5EF4-FFF2-40B4-BE49-F238E27FC236}">
                <a16:creationId xmlns:a16="http://schemas.microsoft.com/office/drawing/2014/main" id="{55B09BB0-4EDA-76CD-4DB6-7975511058E1}"/>
              </a:ext>
            </a:extLst>
          </p:cNvPr>
          <p:cNvSpPr txBox="1"/>
          <p:nvPr/>
        </p:nvSpPr>
        <p:spPr>
          <a:xfrm>
            <a:off x="998585" y="605651"/>
            <a:ext cx="3714929" cy="523220"/>
          </a:xfrm>
          <a:prstGeom prst="rect">
            <a:avLst/>
          </a:prstGeom>
          <a:noFill/>
        </p:spPr>
        <p:txBody>
          <a:bodyPr wrap="square">
            <a:spAutoFit/>
          </a:bodyPr>
          <a:lstStyle/>
          <a:p>
            <a:r>
              <a:rPr lang="zh-CN" altLang="en-US" sz="2800" b="1" dirty="0">
                <a:solidFill>
                  <a:srgbClr val="004EA2"/>
                </a:solidFill>
                <a:latin typeface="微软雅黑" panose="020B0503020204020204" pitchFamily="34" charset="-122"/>
                <a:ea typeface="微软雅黑" panose="020B0503020204020204" pitchFamily="34" charset="-122"/>
              </a:rPr>
              <a:t>代码实现</a:t>
            </a:r>
          </a:p>
        </p:txBody>
      </p:sp>
      <p:sp>
        <p:nvSpPr>
          <p:cNvPr id="32" name="矩形 31">
            <a:extLst>
              <a:ext uri="{FF2B5EF4-FFF2-40B4-BE49-F238E27FC236}">
                <a16:creationId xmlns:a16="http://schemas.microsoft.com/office/drawing/2014/main" id="{02E285B7-9F57-C185-F781-8964BFA37D71}"/>
              </a:ext>
            </a:extLst>
          </p:cNvPr>
          <p:cNvSpPr/>
          <p:nvPr/>
        </p:nvSpPr>
        <p:spPr>
          <a:xfrm flipH="1">
            <a:off x="939648" y="700574"/>
            <a:ext cx="58937" cy="333374"/>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0595ABB7-D360-DE36-56A7-023A313C6B9D}"/>
              </a:ext>
            </a:extLst>
          </p:cNvPr>
          <p:cNvCxnSpPr>
            <a:cxnSpLocks/>
          </p:cNvCxnSpPr>
          <p:nvPr/>
        </p:nvCxnSpPr>
        <p:spPr>
          <a:xfrm>
            <a:off x="660400" y="1129484"/>
            <a:ext cx="8292531" cy="0"/>
          </a:xfrm>
          <a:prstGeom prst="line">
            <a:avLst/>
          </a:prstGeom>
          <a:ln w="15875">
            <a:solidFill>
              <a:srgbClr val="004EA2"/>
            </a:solidFill>
          </a:ln>
        </p:spPr>
        <p:style>
          <a:lnRef idx="3">
            <a:schemeClr val="accent1"/>
          </a:lnRef>
          <a:fillRef idx="0">
            <a:schemeClr val="accent1"/>
          </a:fillRef>
          <a:effectRef idx="2">
            <a:schemeClr val="accent1"/>
          </a:effectRef>
          <a:fontRef idx="minor">
            <a:schemeClr val="tx1"/>
          </a:fontRef>
        </p:style>
      </p:cxnSp>
      <p:sp>
        <p:nvSpPr>
          <p:cNvPr id="4" name="文本框 3">
            <a:extLst>
              <a:ext uri="{FF2B5EF4-FFF2-40B4-BE49-F238E27FC236}">
                <a16:creationId xmlns:a16="http://schemas.microsoft.com/office/drawing/2014/main" id="{CE47D440-B61F-BA41-5CFA-2BC07550DA22}"/>
              </a:ext>
            </a:extLst>
          </p:cNvPr>
          <p:cNvSpPr txBox="1"/>
          <p:nvPr/>
        </p:nvSpPr>
        <p:spPr>
          <a:xfrm>
            <a:off x="829183" y="1437889"/>
            <a:ext cx="10001004" cy="646331"/>
          </a:xfrm>
          <a:prstGeom prst="rect">
            <a:avLst/>
          </a:prstGeom>
          <a:noFill/>
        </p:spPr>
        <p:txBody>
          <a:bodyPr wrap="square" rtlCol="0">
            <a:spAutoFit/>
          </a:bodyPr>
          <a:lstStyle/>
          <a:p>
            <a:r>
              <a:rPr lang="en-US" altLang="zh-CN" dirty="0"/>
              <a:t>setting.py</a:t>
            </a:r>
            <a:r>
              <a:rPr lang="zh-CN" altLang="en-US" dirty="0"/>
              <a:t>中包含了项目的所有静态设定信息，包括</a:t>
            </a:r>
            <a:r>
              <a:rPr lang="zh-CN" altLang="en-US" b="0" i="0" dirty="0">
                <a:solidFill>
                  <a:srgbClr val="111111"/>
                </a:solidFill>
                <a:effectLst/>
                <a:latin typeface="-apple-system"/>
              </a:rPr>
              <a:t>目的基本路径，安全密钥，调试模式，允许登录的主机等，在一开始创建</a:t>
            </a:r>
            <a:r>
              <a:rPr lang="en-US" altLang="zh-CN" b="0" i="0" dirty="0" err="1">
                <a:solidFill>
                  <a:srgbClr val="111111"/>
                </a:solidFill>
                <a:effectLst/>
                <a:latin typeface="-apple-system"/>
              </a:rPr>
              <a:t>django</a:t>
            </a:r>
            <a:r>
              <a:rPr lang="zh-CN" altLang="en-US" b="0" i="0" dirty="0">
                <a:solidFill>
                  <a:srgbClr val="111111"/>
                </a:solidFill>
                <a:effectLst/>
                <a:latin typeface="-apple-system"/>
              </a:rPr>
              <a:t>项目的时候可以自动创建配置。例如：</a:t>
            </a:r>
            <a:endParaRPr lang="zh-CN" altLang="en-US" dirty="0"/>
          </a:p>
        </p:txBody>
      </p:sp>
      <p:pic>
        <p:nvPicPr>
          <p:cNvPr id="11" name="图片 10">
            <a:extLst>
              <a:ext uri="{FF2B5EF4-FFF2-40B4-BE49-F238E27FC236}">
                <a16:creationId xmlns:a16="http://schemas.microsoft.com/office/drawing/2014/main" id="{249F64F1-9F4D-EFB2-13F6-C00DDD37A11B}"/>
              </a:ext>
            </a:extLst>
          </p:cNvPr>
          <p:cNvPicPr>
            <a:picLocks noChangeAspect="1"/>
          </p:cNvPicPr>
          <p:nvPr/>
        </p:nvPicPr>
        <p:blipFill>
          <a:blip r:embed="rId3"/>
          <a:stretch>
            <a:fillRect/>
          </a:stretch>
        </p:blipFill>
        <p:spPr>
          <a:xfrm>
            <a:off x="829183" y="2331800"/>
            <a:ext cx="5202170" cy="2988481"/>
          </a:xfrm>
          <a:prstGeom prst="rect">
            <a:avLst/>
          </a:prstGeom>
        </p:spPr>
      </p:pic>
      <p:pic>
        <p:nvPicPr>
          <p:cNvPr id="18" name="图片 17">
            <a:extLst>
              <a:ext uri="{FF2B5EF4-FFF2-40B4-BE49-F238E27FC236}">
                <a16:creationId xmlns:a16="http://schemas.microsoft.com/office/drawing/2014/main" id="{FA454282-E675-0553-2676-F407DB1ADBF1}"/>
              </a:ext>
            </a:extLst>
          </p:cNvPr>
          <p:cNvPicPr>
            <a:picLocks noChangeAspect="1"/>
          </p:cNvPicPr>
          <p:nvPr/>
        </p:nvPicPr>
        <p:blipFill>
          <a:blip r:embed="rId4"/>
          <a:stretch>
            <a:fillRect/>
          </a:stretch>
        </p:blipFill>
        <p:spPr>
          <a:xfrm>
            <a:off x="6522930" y="2331799"/>
            <a:ext cx="4171892" cy="2990985"/>
          </a:xfrm>
          <a:prstGeom prst="rect">
            <a:avLst/>
          </a:prstGeom>
        </p:spPr>
      </p:pic>
      <p:sp>
        <p:nvSpPr>
          <p:cNvPr id="19" name="文本框 18">
            <a:extLst>
              <a:ext uri="{FF2B5EF4-FFF2-40B4-BE49-F238E27FC236}">
                <a16:creationId xmlns:a16="http://schemas.microsoft.com/office/drawing/2014/main" id="{DC3B355C-1083-0EF8-5A61-77BC85E8991D}"/>
              </a:ext>
            </a:extLst>
          </p:cNvPr>
          <p:cNvSpPr txBox="1"/>
          <p:nvPr/>
        </p:nvSpPr>
        <p:spPr>
          <a:xfrm>
            <a:off x="829183" y="5405350"/>
            <a:ext cx="4774260" cy="1200329"/>
          </a:xfrm>
          <a:prstGeom prst="rect">
            <a:avLst/>
          </a:prstGeom>
          <a:noFill/>
        </p:spPr>
        <p:txBody>
          <a:bodyPr wrap="square" rtlCol="0">
            <a:spAutoFit/>
          </a:bodyPr>
          <a:lstStyle/>
          <a:p>
            <a:r>
              <a:rPr lang="zh-CN" altLang="en-US" dirty="0"/>
              <a:t>这段代码定义了项目使用的数据库（</a:t>
            </a:r>
            <a:r>
              <a:rPr lang="en-US" altLang="zh-CN" dirty="0" err="1"/>
              <a:t>mysql</a:t>
            </a:r>
            <a:r>
              <a:rPr lang="zh-CN" altLang="en-US" dirty="0"/>
              <a:t>）而没有使用</a:t>
            </a:r>
            <a:r>
              <a:rPr lang="en-US" altLang="zh-CN" dirty="0" err="1"/>
              <a:t>django</a:t>
            </a:r>
            <a:r>
              <a:rPr lang="zh-CN" altLang="en-US" dirty="0"/>
              <a:t>自带的</a:t>
            </a:r>
            <a:r>
              <a:rPr lang="en-US" altLang="zh-CN" dirty="0" err="1"/>
              <a:t>sqlite</a:t>
            </a:r>
            <a:r>
              <a:rPr lang="zh-CN" altLang="en-US" dirty="0"/>
              <a:t>，以及登录账号和密码（主要是登录</a:t>
            </a:r>
            <a:r>
              <a:rPr lang="en-US" altLang="zh-CN" dirty="0" err="1"/>
              <a:t>mysql</a:t>
            </a:r>
            <a:r>
              <a:rPr lang="zh-CN" altLang="en-US" dirty="0"/>
              <a:t>用的，而非自身的登录界面）。</a:t>
            </a:r>
          </a:p>
        </p:txBody>
      </p:sp>
      <mc:AlternateContent xmlns:mc="http://schemas.openxmlformats.org/markup-compatibility/2006" xmlns:p14="http://schemas.microsoft.com/office/powerpoint/2010/main">
        <mc:Choice Requires="p14">
          <p:contentPart p14:bwMode="auto" r:id="rId5">
            <p14:nvContentPartPr>
              <p14:cNvPr id="25" name="墨迹 24">
                <a:extLst>
                  <a:ext uri="{FF2B5EF4-FFF2-40B4-BE49-F238E27FC236}">
                    <a16:creationId xmlns:a16="http://schemas.microsoft.com/office/drawing/2014/main" id="{C884D3F4-85B5-27B6-4192-1FB21F6DC059}"/>
                  </a:ext>
                </a:extLst>
              </p14:cNvPr>
              <p14:cNvContentPartPr/>
              <p14:nvPr/>
            </p14:nvContentPartPr>
            <p14:xfrm>
              <a:off x="2552861" y="3615307"/>
              <a:ext cx="446040" cy="13320"/>
            </p14:xfrm>
          </p:contentPart>
        </mc:Choice>
        <mc:Fallback xmlns="">
          <p:pic>
            <p:nvPicPr>
              <p:cNvPr id="25" name="墨迹 24">
                <a:extLst>
                  <a:ext uri="{FF2B5EF4-FFF2-40B4-BE49-F238E27FC236}">
                    <a16:creationId xmlns:a16="http://schemas.microsoft.com/office/drawing/2014/main" id="{C884D3F4-85B5-27B6-4192-1FB21F6DC059}"/>
                  </a:ext>
                </a:extLst>
              </p:cNvPr>
              <p:cNvPicPr/>
              <p:nvPr/>
            </p:nvPicPr>
            <p:blipFill>
              <a:blip r:embed="rId6"/>
              <a:stretch>
                <a:fillRect/>
              </a:stretch>
            </p:blipFill>
            <p:spPr>
              <a:xfrm>
                <a:off x="2489861" y="3552307"/>
                <a:ext cx="5716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7" name="墨迹 26">
                <a:extLst>
                  <a:ext uri="{FF2B5EF4-FFF2-40B4-BE49-F238E27FC236}">
                    <a16:creationId xmlns:a16="http://schemas.microsoft.com/office/drawing/2014/main" id="{C0577C0E-CFD1-42AE-D9F3-D5238FB4C463}"/>
                  </a:ext>
                </a:extLst>
              </p14:cNvPr>
              <p14:cNvContentPartPr/>
              <p14:nvPr/>
            </p14:nvContentPartPr>
            <p14:xfrm>
              <a:off x="2961101" y="3898987"/>
              <a:ext cx="702360" cy="29880"/>
            </p14:xfrm>
          </p:contentPart>
        </mc:Choice>
        <mc:Fallback xmlns="">
          <p:pic>
            <p:nvPicPr>
              <p:cNvPr id="27" name="墨迹 26">
                <a:extLst>
                  <a:ext uri="{FF2B5EF4-FFF2-40B4-BE49-F238E27FC236}">
                    <a16:creationId xmlns:a16="http://schemas.microsoft.com/office/drawing/2014/main" id="{C0577C0E-CFD1-42AE-D9F3-D5238FB4C463}"/>
                  </a:ext>
                </a:extLst>
              </p:cNvPr>
              <p:cNvPicPr/>
              <p:nvPr/>
            </p:nvPicPr>
            <p:blipFill>
              <a:blip r:embed="rId8"/>
              <a:stretch>
                <a:fillRect/>
              </a:stretch>
            </p:blipFill>
            <p:spPr>
              <a:xfrm>
                <a:off x="2898461" y="3835987"/>
                <a:ext cx="828000" cy="155520"/>
              </a:xfrm>
              <a:prstGeom prst="rect">
                <a:avLst/>
              </a:prstGeom>
            </p:spPr>
          </p:pic>
        </mc:Fallback>
      </mc:AlternateContent>
      <p:sp>
        <p:nvSpPr>
          <p:cNvPr id="29" name="文本框 28">
            <a:extLst>
              <a:ext uri="{FF2B5EF4-FFF2-40B4-BE49-F238E27FC236}">
                <a16:creationId xmlns:a16="http://schemas.microsoft.com/office/drawing/2014/main" id="{DDD61FF6-78DE-3DF3-31E4-49ACC08F5E7E}"/>
              </a:ext>
            </a:extLst>
          </p:cNvPr>
          <p:cNvSpPr txBox="1"/>
          <p:nvPr/>
        </p:nvSpPr>
        <p:spPr>
          <a:xfrm>
            <a:off x="6431490" y="5405350"/>
            <a:ext cx="4354772" cy="1200329"/>
          </a:xfrm>
          <a:prstGeom prst="rect">
            <a:avLst/>
          </a:prstGeom>
          <a:noFill/>
        </p:spPr>
        <p:txBody>
          <a:bodyPr wrap="square" rtlCol="0">
            <a:spAutoFit/>
          </a:bodyPr>
          <a:lstStyle/>
          <a:p>
            <a:r>
              <a:rPr lang="zh-CN" altLang="en-US" dirty="0"/>
              <a:t>这段代码</a:t>
            </a:r>
            <a:r>
              <a:rPr lang="zh-CN" altLang="en-US" b="0" i="0" dirty="0">
                <a:solidFill>
                  <a:srgbClr val="111111"/>
                </a:solidFill>
                <a:effectLst/>
                <a:latin typeface="-apple-system"/>
              </a:rPr>
              <a:t>定义了一些和</a:t>
            </a:r>
            <a:r>
              <a:rPr lang="zh-CN" altLang="en-US" dirty="0">
                <a:solidFill>
                  <a:srgbClr val="111111"/>
                </a:solidFill>
                <a:latin typeface="-apple-system"/>
              </a:rPr>
              <a:t>文件地址检索</a:t>
            </a:r>
            <a:r>
              <a:rPr lang="zh-CN" altLang="en-US" b="0" i="0" dirty="0">
                <a:solidFill>
                  <a:srgbClr val="111111"/>
                </a:solidFill>
                <a:effectLst/>
                <a:latin typeface="-apple-system"/>
              </a:rPr>
              <a:t>、静态文件、</a:t>
            </a:r>
            <a:r>
              <a:rPr lang="en-US" altLang="zh-CN" b="0" i="0" dirty="0">
                <a:solidFill>
                  <a:srgbClr val="111111"/>
                </a:solidFill>
                <a:effectLst/>
                <a:latin typeface="-apple-system"/>
              </a:rPr>
              <a:t>SQL</a:t>
            </a:r>
            <a:r>
              <a:rPr lang="zh-CN" altLang="en-US" b="0" i="0" dirty="0">
                <a:solidFill>
                  <a:srgbClr val="111111"/>
                </a:solidFill>
                <a:effectLst/>
                <a:latin typeface="-apple-system"/>
              </a:rPr>
              <a:t>文件相关的设置项，包括初始化数据库时执行</a:t>
            </a:r>
            <a:r>
              <a:rPr lang="en-US" altLang="zh-CN" b="0" i="0" dirty="0" err="1">
                <a:solidFill>
                  <a:srgbClr val="111111"/>
                </a:solidFill>
                <a:effectLst/>
                <a:latin typeface="-apple-system"/>
              </a:rPr>
              <a:t>custom.sql</a:t>
            </a:r>
            <a:r>
              <a:rPr lang="zh-CN" altLang="en-US" b="0" i="0" dirty="0">
                <a:solidFill>
                  <a:srgbClr val="111111"/>
                </a:solidFill>
                <a:effectLst/>
                <a:latin typeface="-apple-system"/>
              </a:rPr>
              <a:t>文件中的</a:t>
            </a:r>
            <a:r>
              <a:rPr lang="en-US" altLang="zh-CN" b="0" i="0" dirty="0">
                <a:solidFill>
                  <a:srgbClr val="111111"/>
                </a:solidFill>
                <a:effectLst/>
                <a:latin typeface="-apple-system"/>
              </a:rPr>
              <a:t>SQL</a:t>
            </a:r>
            <a:r>
              <a:rPr lang="zh-CN" altLang="en-US" b="0" i="0" dirty="0">
                <a:solidFill>
                  <a:srgbClr val="111111"/>
                </a:solidFill>
                <a:effectLst/>
                <a:latin typeface="-apple-system"/>
              </a:rPr>
              <a:t>语句</a:t>
            </a:r>
            <a:endParaRPr lang="zh-CN" altLang="en-US" dirty="0"/>
          </a:p>
        </p:txBody>
      </p:sp>
    </p:spTree>
    <p:extLst>
      <p:ext uri="{BB962C8B-B14F-4D97-AF65-F5344CB8AC3E}">
        <p14:creationId xmlns:p14="http://schemas.microsoft.com/office/powerpoint/2010/main" val="533060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4">
            <a:extLst>
              <a:ext uri="{FF2B5EF4-FFF2-40B4-BE49-F238E27FC236}">
                <a16:creationId xmlns:a16="http://schemas.microsoft.com/office/drawing/2014/main" id="{46FF6588-C8BC-4933-FCB9-E63158E67EC4}"/>
              </a:ext>
            </a:extLst>
          </p:cNvPr>
          <p:cNvSpPr/>
          <p:nvPr/>
        </p:nvSpPr>
        <p:spPr>
          <a:xfrm>
            <a:off x="0" y="0"/>
            <a:ext cx="5130079" cy="6858000"/>
          </a:xfrm>
          <a:custGeom>
            <a:avLst/>
            <a:gdLst>
              <a:gd name="connsiteX0" fmla="*/ 0 w 5130079"/>
              <a:gd name="connsiteY0" fmla="*/ 0 h 6858000"/>
              <a:gd name="connsiteX1" fmla="*/ 5130079 w 5130079"/>
              <a:gd name="connsiteY1" fmla="*/ 0 h 6858000"/>
              <a:gd name="connsiteX2" fmla="*/ 5013684 w 5130079"/>
              <a:gd name="connsiteY2" fmla="*/ 148115 h 6858000"/>
              <a:gd name="connsiteX3" fmla="*/ 3924300 w 5130079"/>
              <a:gd name="connsiteY3" fmla="*/ 3429000 h 6858000"/>
              <a:gd name="connsiteX4" fmla="*/ 5013684 w 5130079"/>
              <a:gd name="connsiteY4" fmla="*/ 6709885 h 6858000"/>
              <a:gd name="connsiteX5" fmla="*/ 5130079 w 5130079"/>
              <a:gd name="connsiteY5" fmla="*/ 6858000 h 6858000"/>
              <a:gd name="connsiteX6" fmla="*/ 0 w 5130079"/>
              <a:gd name="connsiteY6" fmla="*/ 6858000 h 6858000"/>
              <a:gd name="connsiteX7" fmla="*/ 0 w 5130079"/>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30079" h="6858000">
                <a:moveTo>
                  <a:pt x="0" y="0"/>
                </a:moveTo>
                <a:lnTo>
                  <a:pt x="5130079" y="0"/>
                </a:lnTo>
                <a:lnTo>
                  <a:pt x="5013684" y="148115"/>
                </a:lnTo>
                <a:cubicBezTo>
                  <a:pt x="4329481" y="1063002"/>
                  <a:pt x="3924300" y="2198684"/>
                  <a:pt x="3924300" y="3429000"/>
                </a:cubicBezTo>
                <a:cubicBezTo>
                  <a:pt x="3924300" y="4659317"/>
                  <a:pt x="4329481" y="5794998"/>
                  <a:pt x="5013684" y="6709885"/>
                </a:cubicBezTo>
                <a:lnTo>
                  <a:pt x="5130079" y="6858000"/>
                </a:lnTo>
                <a:lnTo>
                  <a:pt x="0" y="6858000"/>
                </a:lnTo>
                <a:lnTo>
                  <a:pt x="0" y="0"/>
                </a:lnTo>
                <a:close/>
              </a:path>
            </a:pathLst>
          </a:custGeom>
          <a:blipFill dpi="0" rotWithShape="1">
            <a:blip r:embed="rId2">
              <a:alphaModFix amt="66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pic>
        <p:nvPicPr>
          <p:cNvPr id="2" name="图片 1">
            <a:extLst>
              <a:ext uri="{FF2B5EF4-FFF2-40B4-BE49-F238E27FC236}">
                <a16:creationId xmlns:a16="http://schemas.microsoft.com/office/drawing/2014/main" id="{457D325E-2E0A-D3BD-DACE-32DC6E9106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79428" y="366559"/>
            <a:ext cx="2490986" cy="461665"/>
          </a:xfrm>
          <a:prstGeom prst="rect">
            <a:avLst/>
          </a:prstGeom>
        </p:spPr>
      </p:pic>
      <p:sp>
        <p:nvSpPr>
          <p:cNvPr id="3" name="文本框 2">
            <a:extLst>
              <a:ext uri="{FF2B5EF4-FFF2-40B4-BE49-F238E27FC236}">
                <a16:creationId xmlns:a16="http://schemas.microsoft.com/office/drawing/2014/main" id="{D0701E06-FD59-B5CF-4F00-FDAF56405EE5}"/>
              </a:ext>
            </a:extLst>
          </p:cNvPr>
          <p:cNvSpPr txBox="1"/>
          <p:nvPr/>
        </p:nvSpPr>
        <p:spPr>
          <a:xfrm>
            <a:off x="5456650" y="512840"/>
            <a:ext cx="2508889" cy="523220"/>
          </a:xfrm>
          <a:prstGeom prst="rect">
            <a:avLst/>
          </a:prstGeom>
          <a:noFill/>
        </p:spPr>
        <p:txBody>
          <a:bodyPr wrap="square">
            <a:spAutoFit/>
          </a:bodyPr>
          <a:lstStyle/>
          <a:p>
            <a:r>
              <a:rPr lang="zh-CN" altLang="en-US" sz="2800" b="1" dirty="0">
                <a:solidFill>
                  <a:srgbClr val="004EA2"/>
                </a:solidFill>
                <a:latin typeface="微软雅黑" panose="020B0503020204020204" pitchFamily="34" charset="-122"/>
                <a:ea typeface="微软雅黑" panose="020B0503020204020204" pitchFamily="34" charset="-122"/>
              </a:rPr>
              <a:t>总结</a:t>
            </a:r>
          </a:p>
        </p:txBody>
      </p:sp>
      <p:sp>
        <p:nvSpPr>
          <p:cNvPr id="8" name="文本框 7">
            <a:extLst>
              <a:ext uri="{FF2B5EF4-FFF2-40B4-BE49-F238E27FC236}">
                <a16:creationId xmlns:a16="http://schemas.microsoft.com/office/drawing/2014/main" id="{84B28D5E-E5D7-4D9E-3A07-0DF5D2966EB7}"/>
              </a:ext>
            </a:extLst>
          </p:cNvPr>
          <p:cNvSpPr txBox="1"/>
          <p:nvPr/>
        </p:nvSpPr>
        <p:spPr>
          <a:xfrm>
            <a:off x="5456650" y="1082053"/>
            <a:ext cx="6214090" cy="5001497"/>
          </a:xfrm>
          <a:prstGeom prst="rect">
            <a:avLst/>
          </a:prstGeom>
          <a:noFill/>
        </p:spPr>
        <p:txBody>
          <a:bodyPr wrap="square" rtlCol="0">
            <a:spAutoFit/>
          </a:bodyPr>
          <a:lstStyle/>
          <a:p>
            <a:pPr>
              <a:lnSpc>
                <a:spcPct val="200000"/>
              </a:lnSpc>
            </a:pPr>
            <a:r>
              <a:rPr lang="zh-CN" altLang="en-US" dirty="0"/>
              <a:t>       本次实验难度较大，特别是在没有前端编程和</a:t>
            </a:r>
            <a:r>
              <a:rPr lang="en-US" altLang="zh-CN" dirty="0"/>
              <a:t>PDBC</a:t>
            </a:r>
            <a:r>
              <a:rPr lang="zh-CN" altLang="en-US" dirty="0"/>
              <a:t>编程经验的情况下。</a:t>
            </a:r>
            <a:endParaRPr lang="en-US" altLang="zh-CN" dirty="0"/>
          </a:p>
          <a:p>
            <a:pPr>
              <a:lnSpc>
                <a:spcPct val="200000"/>
              </a:lnSpc>
            </a:pPr>
            <a:r>
              <a:rPr lang="zh-CN" altLang="en-US" dirty="0"/>
              <a:t>在紧张的开发期限中我们疯狂寻找各种教程和网课，最终跟着教程一步步敲代码，从零搭建起了一个还算美观的系统。添加一个个功能的过程就像是向着终点一步步奔跑，尽管很累，但也收获了很多，学到了很多东西。较为遗憾的是，关于视图部分完善度不高，外码关联存在错乱，后续我们会进一步修复。</a:t>
            </a:r>
            <a:endParaRPr lang="en-US" altLang="zh-CN" dirty="0"/>
          </a:p>
          <a:p>
            <a:pPr>
              <a:lnSpc>
                <a:spcPct val="200000"/>
              </a:lnSpc>
            </a:pPr>
            <a:r>
              <a:rPr lang="en-US" altLang="zh-CN" dirty="0"/>
              <a:t>     </a:t>
            </a:r>
            <a:r>
              <a:rPr lang="zh-CN" altLang="en-US" dirty="0"/>
              <a:t>本项目已经开源上传到</a:t>
            </a:r>
            <a:r>
              <a:rPr lang="en-US" altLang="zh-CN" dirty="0" err="1"/>
              <a:t>gitee</a:t>
            </a:r>
            <a:r>
              <a:rPr lang="zh-CN" altLang="en-US" dirty="0"/>
              <a:t>，欢迎大家对构造内容补充。</a:t>
            </a:r>
          </a:p>
        </p:txBody>
      </p:sp>
    </p:spTree>
    <p:extLst>
      <p:ext uri="{BB962C8B-B14F-4D97-AF65-F5344CB8AC3E}">
        <p14:creationId xmlns:p14="http://schemas.microsoft.com/office/powerpoint/2010/main" val="369707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76926FE8-D564-8581-A738-43FC3DDC1B24}"/>
              </a:ext>
            </a:extLst>
          </p:cNvPr>
          <p:cNvSpPr/>
          <p:nvPr/>
        </p:nvSpPr>
        <p:spPr>
          <a:xfrm>
            <a:off x="0" y="0"/>
            <a:ext cx="4688844" cy="6858000"/>
          </a:xfrm>
          <a:prstGeom prst="rect">
            <a:avLst/>
          </a:prstGeom>
          <a:blipFill dpi="0" rotWithShape="1">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5C991EF-85CE-A200-7BA5-B62FD99DB16D}"/>
              </a:ext>
            </a:extLst>
          </p:cNvPr>
          <p:cNvSpPr txBox="1"/>
          <p:nvPr/>
        </p:nvSpPr>
        <p:spPr>
          <a:xfrm>
            <a:off x="4877492" y="1930894"/>
            <a:ext cx="6768199" cy="2646878"/>
          </a:xfrm>
          <a:prstGeom prst="rect">
            <a:avLst/>
          </a:prstGeom>
          <a:noFill/>
        </p:spPr>
        <p:txBody>
          <a:bodyPr wrap="none" rtlCol="0">
            <a:spAutoFit/>
          </a:bodyPr>
          <a:lstStyle/>
          <a:p>
            <a:r>
              <a:rPr lang="en-US" altLang="zh-CN" sz="16600" b="1" dirty="0">
                <a:solidFill>
                  <a:schemeClr val="bg1">
                    <a:lumMod val="65000"/>
                    <a:alpha val="10000"/>
                  </a:schemeClr>
                </a:solidFill>
                <a:latin typeface="微软雅黑" panose="020B0503020204020204" pitchFamily="34" charset="-122"/>
                <a:ea typeface="微软雅黑" panose="020B0503020204020204" pitchFamily="34" charset="-122"/>
                <a:sym typeface="Arial" panose="020B0604020202020204" pitchFamily="34" charset="0"/>
              </a:rPr>
              <a:t>Thank</a:t>
            </a:r>
          </a:p>
        </p:txBody>
      </p:sp>
      <p:sp>
        <p:nvSpPr>
          <p:cNvPr id="12" name="文本占位符 5">
            <a:extLst>
              <a:ext uri="{FF2B5EF4-FFF2-40B4-BE49-F238E27FC236}">
                <a16:creationId xmlns:a16="http://schemas.microsoft.com/office/drawing/2014/main" id="{B4A44E43-129F-858B-7261-B2CA693B509A}"/>
              </a:ext>
            </a:extLst>
          </p:cNvPr>
          <p:cNvSpPr txBox="1">
            <a:spLocks/>
          </p:cNvSpPr>
          <p:nvPr/>
        </p:nvSpPr>
        <p:spPr>
          <a:xfrm>
            <a:off x="5480797" y="609429"/>
            <a:ext cx="5978178" cy="840230"/>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5400" b="1" dirty="0">
                <a:solidFill>
                  <a:srgbClr val="004EA2"/>
                </a:solidFill>
                <a:latin typeface="微软雅黑" panose="020B0503020204020204" pitchFamily="34" charset="-122"/>
                <a:ea typeface="微软雅黑" panose="020B0503020204020204" pitchFamily="34" charset="-122"/>
              </a:rPr>
              <a:t>敬请老师批评指正</a:t>
            </a:r>
            <a:endParaRPr lang="en-US" altLang="zh-CN" sz="5400" b="1" dirty="0">
              <a:solidFill>
                <a:srgbClr val="004EA2"/>
              </a:solidFill>
              <a:latin typeface="微软雅黑" panose="020B0503020204020204" pitchFamily="34" charset="-122"/>
              <a:ea typeface="微软雅黑" panose="020B0503020204020204" pitchFamily="34" charset="-122"/>
            </a:endParaRPr>
          </a:p>
        </p:txBody>
      </p:sp>
      <p:grpSp>
        <p:nvGrpSpPr>
          <p:cNvPr id="18" name="组合 17">
            <a:extLst>
              <a:ext uri="{FF2B5EF4-FFF2-40B4-BE49-F238E27FC236}">
                <a16:creationId xmlns:a16="http://schemas.microsoft.com/office/drawing/2014/main" id="{F4595DC2-4AB1-D9B9-251A-F93D097BF131}"/>
              </a:ext>
            </a:extLst>
          </p:cNvPr>
          <p:cNvGrpSpPr/>
          <p:nvPr/>
        </p:nvGrpSpPr>
        <p:grpSpPr>
          <a:xfrm>
            <a:off x="11399051" y="663445"/>
            <a:ext cx="119849" cy="108033"/>
            <a:chOff x="11518900" y="487680"/>
            <a:chExt cx="228600" cy="162560"/>
          </a:xfrm>
        </p:grpSpPr>
        <p:cxnSp>
          <p:nvCxnSpPr>
            <p:cNvPr id="19" name="直接连接符 18">
              <a:extLst>
                <a:ext uri="{FF2B5EF4-FFF2-40B4-BE49-F238E27FC236}">
                  <a16:creationId xmlns:a16="http://schemas.microsoft.com/office/drawing/2014/main" id="{08CEED77-9611-C37B-22E8-A6A830B85F0B}"/>
                </a:ext>
              </a:extLst>
            </p:cNvPr>
            <p:cNvCxnSpPr/>
            <p:nvPr userDrawn="1"/>
          </p:nvCxnSpPr>
          <p:spPr>
            <a:xfrm>
              <a:off x="11518900" y="487680"/>
              <a:ext cx="228600" cy="0"/>
            </a:xfrm>
            <a:prstGeom prst="line">
              <a:avLst/>
            </a:prstGeom>
            <a:ln w="3175" cap="sq">
              <a:solidFill>
                <a:schemeClr val="accent1"/>
              </a:solidFill>
              <a:beve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25DF1629-C78F-E216-A75E-B3ADE9ECF43E}"/>
                </a:ext>
              </a:extLst>
            </p:cNvPr>
            <p:cNvCxnSpPr/>
            <p:nvPr userDrawn="1"/>
          </p:nvCxnSpPr>
          <p:spPr>
            <a:xfrm>
              <a:off x="11518900" y="568960"/>
              <a:ext cx="228600" cy="0"/>
            </a:xfrm>
            <a:prstGeom prst="line">
              <a:avLst/>
            </a:prstGeom>
            <a:ln w="3175" cap="sq">
              <a:solidFill>
                <a:schemeClr val="accent1"/>
              </a:solidFill>
              <a:beve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0B2CAD2C-A377-597C-872C-F5179B890A52}"/>
                </a:ext>
              </a:extLst>
            </p:cNvPr>
            <p:cNvCxnSpPr/>
            <p:nvPr userDrawn="1"/>
          </p:nvCxnSpPr>
          <p:spPr>
            <a:xfrm>
              <a:off x="11518900" y="650240"/>
              <a:ext cx="228600" cy="0"/>
            </a:xfrm>
            <a:prstGeom prst="line">
              <a:avLst/>
            </a:prstGeom>
            <a:ln w="3175" cap="sq">
              <a:solidFill>
                <a:schemeClr val="accent1"/>
              </a:solidFill>
              <a:bevel/>
            </a:ln>
          </p:spPr>
          <p:style>
            <a:lnRef idx="1">
              <a:schemeClr val="accent1"/>
            </a:lnRef>
            <a:fillRef idx="0">
              <a:schemeClr val="accent1"/>
            </a:fillRef>
            <a:effectRef idx="0">
              <a:schemeClr val="accent1"/>
            </a:effectRef>
            <a:fontRef idx="minor">
              <a:schemeClr val="tx1"/>
            </a:fontRef>
          </p:style>
        </p:cxnSp>
      </p:grpSp>
      <p:pic>
        <p:nvPicPr>
          <p:cNvPr id="23" name="图片 22">
            <a:extLst>
              <a:ext uri="{FF2B5EF4-FFF2-40B4-BE49-F238E27FC236}">
                <a16:creationId xmlns:a16="http://schemas.microsoft.com/office/drawing/2014/main" id="{5D18F6F0-6A7A-91D5-99F5-5A53B5E5B8BB}"/>
              </a:ext>
            </a:extLst>
          </p:cNvPr>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31408" y="663445"/>
            <a:ext cx="3313560" cy="614116"/>
          </a:xfrm>
          <a:prstGeom prst="rect">
            <a:avLst/>
          </a:prstGeom>
        </p:spPr>
      </p:pic>
      <p:sp>
        <p:nvSpPr>
          <p:cNvPr id="4" name="文本框 3">
            <a:extLst>
              <a:ext uri="{FF2B5EF4-FFF2-40B4-BE49-F238E27FC236}">
                <a16:creationId xmlns:a16="http://schemas.microsoft.com/office/drawing/2014/main" id="{D2B3A0F6-C2ED-6DE6-139D-2B074BD0D8CC}"/>
              </a:ext>
            </a:extLst>
          </p:cNvPr>
          <p:cNvSpPr txBox="1"/>
          <p:nvPr/>
        </p:nvSpPr>
        <p:spPr>
          <a:xfrm>
            <a:off x="5366657" y="1773095"/>
            <a:ext cx="6379028" cy="4205126"/>
          </a:xfrm>
          <a:prstGeom prst="rect">
            <a:avLst/>
          </a:prstGeom>
          <a:noFill/>
        </p:spPr>
        <p:txBody>
          <a:bodyPr wrap="square">
            <a:spAutoFit/>
          </a:bodyPr>
          <a:lstStyle/>
          <a:p>
            <a:pPr algn="just">
              <a:lnSpc>
                <a:spcPct val="150000"/>
              </a:lnSpc>
            </a:pPr>
            <a:r>
              <a:rPr lang="zh-CN" altLang="en-US" dirty="0"/>
              <a:t>参考资源：</a:t>
            </a:r>
            <a:r>
              <a:rPr lang="zh-CN" altLang="en-US" dirty="0">
                <a:hlinkClick r:id="rId7"/>
              </a:rPr>
              <a:t>最新 </a:t>
            </a:r>
            <a:r>
              <a:rPr lang="en-US" altLang="zh-CN" dirty="0">
                <a:hlinkClick r:id="rId7"/>
              </a:rPr>
              <a:t>Django</a:t>
            </a:r>
            <a:r>
              <a:rPr lang="zh-CN" altLang="en-US" dirty="0">
                <a:hlinkClick r:id="rId7"/>
              </a:rPr>
              <a:t>最全视频教程及项目实战（含源码）</a:t>
            </a:r>
            <a:r>
              <a:rPr lang="en-US" altLang="zh-CN" dirty="0">
                <a:hlinkClick r:id="rId7"/>
              </a:rPr>
              <a:t>_</a:t>
            </a:r>
            <a:r>
              <a:rPr lang="zh-CN" altLang="en-US" dirty="0">
                <a:hlinkClick r:id="rId7"/>
              </a:rPr>
              <a:t>哔哩哔哩</a:t>
            </a:r>
            <a:r>
              <a:rPr lang="en-US" altLang="zh-CN" dirty="0">
                <a:hlinkClick r:id="rId7"/>
              </a:rPr>
              <a:t>_</a:t>
            </a:r>
            <a:r>
              <a:rPr lang="en-US" altLang="zh-CN" dirty="0" err="1">
                <a:hlinkClick r:id="rId7"/>
              </a:rPr>
              <a:t>bilibili</a:t>
            </a:r>
            <a:endParaRPr lang="en-US" altLang="zh-CN" dirty="0"/>
          </a:p>
          <a:p>
            <a:pPr algn="just">
              <a:lnSpc>
                <a:spcPct val="150000"/>
              </a:lnSpc>
            </a:pPr>
            <a:r>
              <a:rPr lang="en-US" altLang="zh-CN" dirty="0">
                <a:hlinkClick r:id="rId8"/>
              </a:rPr>
              <a:t>【</a:t>
            </a:r>
            <a:r>
              <a:rPr lang="zh-CN" altLang="en-US" dirty="0">
                <a:hlinkClick r:id="rId8"/>
              </a:rPr>
              <a:t>优极限</a:t>
            </a:r>
            <a:r>
              <a:rPr lang="en-US" altLang="zh-CN" dirty="0">
                <a:hlinkClick r:id="rId8"/>
              </a:rPr>
              <a:t>】2021</a:t>
            </a:r>
            <a:r>
              <a:rPr lang="zh-CN" altLang="en-US" dirty="0">
                <a:hlinkClick r:id="rId8"/>
              </a:rPr>
              <a:t>最新完整版</a:t>
            </a:r>
            <a:r>
              <a:rPr lang="en-US" altLang="zh-CN" dirty="0">
                <a:hlinkClick r:id="rId8"/>
              </a:rPr>
              <a:t>Bootstrap</a:t>
            </a:r>
            <a:r>
              <a:rPr lang="zh-CN" altLang="en-US" dirty="0">
                <a:hlinkClick r:id="rId8"/>
              </a:rPr>
              <a:t>教程（最给力的前端框架）</a:t>
            </a:r>
            <a:r>
              <a:rPr lang="en-US" altLang="zh-CN" dirty="0">
                <a:hlinkClick r:id="rId8"/>
              </a:rPr>
              <a:t>bootstrap</a:t>
            </a:r>
            <a:r>
              <a:rPr lang="zh-CN" altLang="en-US" dirty="0">
                <a:hlinkClick r:id="rId8"/>
              </a:rPr>
              <a:t>框架讲解</a:t>
            </a:r>
            <a:r>
              <a:rPr lang="en-US" altLang="zh-CN" dirty="0">
                <a:hlinkClick r:id="rId8"/>
              </a:rPr>
              <a:t>-</a:t>
            </a:r>
            <a:r>
              <a:rPr lang="zh-CN" altLang="en-US" dirty="0">
                <a:hlinkClick r:id="rId8"/>
              </a:rPr>
              <a:t>快速上手</a:t>
            </a:r>
            <a:r>
              <a:rPr lang="en-US" altLang="zh-CN" dirty="0">
                <a:hlinkClick r:id="rId8"/>
              </a:rPr>
              <a:t>,</a:t>
            </a:r>
            <a:r>
              <a:rPr lang="zh-CN" altLang="en-US" dirty="0">
                <a:hlinkClick r:id="rId8"/>
              </a:rPr>
              <a:t>最适合后端开发人员的</a:t>
            </a:r>
            <a:r>
              <a:rPr lang="en-US" altLang="zh-CN" dirty="0">
                <a:hlinkClick r:id="rId8"/>
              </a:rPr>
              <a:t>bootstrap</a:t>
            </a:r>
            <a:r>
              <a:rPr lang="zh-CN" altLang="en-US" dirty="0">
                <a:hlinkClick r:id="rId8"/>
              </a:rPr>
              <a:t>保姆级使用教程</a:t>
            </a:r>
            <a:r>
              <a:rPr lang="en-US" altLang="zh-CN" dirty="0">
                <a:hlinkClick r:id="rId8"/>
              </a:rPr>
              <a:t>_</a:t>
            </a:r>
            <a:r>
              <a:rPr lang="zh-CN" altLang="en-US" dirty="0">
                <a:hlinkClick r:id="rId8"/>
              </a:rPr>
              <a:t>哔哩哔哩</a:t>
            </a:r>
            <a:r>
              <a:rPr lang="en-US" altLang="zh-CN" dirty="0">
                <a:hlinkClick r:id="rId8"/>
              </a:rPr>
              <a:t>_</a:t>
            </a:r>
            <a:r>
              <a:rPr lang="en-US" altLang="zh-CN" dirty="0" err="1">
                <a:hlinkClick r:id="rId8"/>
              </a:rPr>
              <a:t>bilibili</a:t>
            </a:r>
            <a:endParaRPr lang="en-US" altLang="zh-CN" dirty="0"/>
          </a:p>
          <a:p>
            <a:pPr algn="just">
              <a:lnSpc>
                <a:spcPct val="150000"/>
              </a:lnSpc>
            </a:pPr>
            <a:r>
              <a:rPr lang="en-US" altLang="zh-CN" dirty="0">
                <a:hlinkClick r:id="rId9"/>
              </a:rPr>
              <a:t>MySQL </a:t>
            </a:r>
            <a:r>
              <a:rPr lang="zh-CN" altLang="en-US" dirty="0">
                <a:hlinkClick r:id="rId9"/>
              </a:rPr>
              <a:t>触发器使用教程 </a:t>
            </a:r>
            <a:r>
              <a:rPr lang="en-US" altLang="zh-CN" dirty="0">
                <a:hlinkClick r:id="rId9"/>
              </a:rPr>
              <a:t>- </a:t>
            </a:r>
            <a:r>
              <a:rPr lang="zh-CN" altLang="en-US" dirty="0">
                <a:hlinkClick r:id="rId9"/>
              </a:rPr>
              <a:t>六种触发器案例详解 </a:t>
            </a:r>
            <a:r>
              <a:rPr lang="en-US" altLang="zh-CN" dirty="0">
                <a:hlinkClick r:id="rId9"/>
              </a:rPr>
              <a:t>- </a:t>
            </a:r>
            <a:r>
              <a:rPr lang="zh-CN" altLang="en-US" dirty="0">
                <a:hlinkClick r:id="rId9"/>
              </a:rPr>
              <a:t>知乎 </a:t>
            </a:r>
            <a:r>
              <a:rPr lang="en-US" altLang="zh-CN" dirty="0">
                <a:hlinkClick r:id="rId9"/>
              </a:rPr>
              <a:t>(zhihu.com)</a:t>
            </a:r>
            <a:endParaRPr lang="en-US" altLang="zh-CN" dirty="0"/>
          </a:p>
          <a:p>
            <a:pPr algn="just">
              <a:lnSpc>
                <a:spcPct val="150000"/>
              </a:lnSpc>
            </a:pPr>
            <a:r>
              <a:rPr lang="en-US" altLang="zh-CN" dirty="0" err="1"/>
              <a:t>Gitee</a:t>
            </a:r>
            <a:r>
              <a:rPr lang="zh-CN" altLang="en-US" dirty="0"/>
              <a:t>仓库网址：</a:t>
            </a:r>
            <a:r>
              <a:rPr lang="en-US" altLang="zh-CN" dirty="0" err="1">
                <a:hlinkClick r:id="rId10"/>
              </a:rPr>
              <a:t>inven_management</a:t>
            </a:r>
            <a:r>
              <a:rPr lang="en-US" altLang="zh-CN" dirty="0">
                <a:hlinkClick r:id="rId10"/>
              </a:rPr>
              <a:t>: </a:t>
            </a:r>
            <a:r>
              <a:rPr lang="zh-CN" altLang="en-US" dirty="0">
                <a:hlinkClick r:id="rId10"/>
              </a:rPr>
              <a:t>数据库大作业</a:t>
            </a:r>
            <a:r>
              <a:rPr lang="en-US" altLang="zh-CN" dirty="0">
                <a:hlinkClick r:id="rId10"/>
              </a:rPr>
              <a:t>python (gitee.com)</a:t>
            </a:r>
            <a:endParaRPr lang="en-US" altLang="zh-CN" dirty="0"/>
          </a:p>
          <a:p>
            <a:pPr algn="just">
              <a:lnSpc>
                <a:spcPct val="150000"/>
              </a:lnSpc>
            </a:pPr>
            <a:r>
              <a:rPr lang="zh-CN" altLang="en-US" dirty="0"/>
              <a:t>课本：数据库技术原理，基础</a:t>
            </a:r>
            <a:r>
              <a:rPr lang="en-US" altLang="zh-CN" dirty="0"/>
              <a:t>python</a:t>
            </a:r>
            <a:r>
              <a:rPr lang="zh-CN" altLang="en-US" dirty="0"/>
              <a:t>教程</a:t>
            </a:r>
          </a:p>
        </p:txBody>
      </p:sp>
    </p:spTree>
    <p:custDataLst>
      <p:tags r:id="rId1"/>
    </p:custDataLst>
    <p:extLst>
      <p:ext uri="{BB962C8B-B14F-4D97-AF65-F5344CB8AC3E}">
        <p14:creationId xmlns:p14="http://schemas.microsoft.com/office/powerpoint/2010/main" val="20383858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774517;#770014;"/>
</p:tagLst>
</file>

<file path=ppt/tags/tag2.xml><?xml version="1.0" encoding="utf-8"?>
<p:tagLst xmlns:a="http://schemas.openxmlformats.org/drawingml/2006/main" xmlns:r="http://schemas.openxmlformats.org/officeDocument/2006/relationships" xmlns:p="http://schemas.openxmlformats.org/presentationml/2006/main">
  <p:tag name="ISLIDE.DIAGRAM" val="#774517;#770014;"/>
</p:tagLst>
</file>

<file path=ppt/tags/tag3.xml><?xml version="1.0" encoding="utf-8"?>
<p:tagLst xmlns:a="http://schemas.openxmlformats.org/drawingml/2006/main" xmlns:r="http://schemas.openxmlformats.org/officeDocument/2006/relationships" xmlns:p="http://schemas.openxmlformats.org/presentationml/2006/main">
  <p:tag name="ISLIDE.DIAGRAM" val="#87803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545</TotalTime>
  <Words>1112</Words>
  <Application>Microsoft Office PowerPoint</Application>
  <PresentationFormat>宽屏</PresentationFormat>
  <Paragraphs>85</Paragraphs>
  <Slides>17</Slides>
  <Notes>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-apple-system</vt:lpstr>
      <vt:lpstr>Inter</vt:lpstr>
      <vt:lpstr>等线</vt:lpstr>
      <vt:lpstr>等线 Light</vt:lpstr>
      <vt:lpstr>微软雅黑</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jinchi fu</dc:creator>
  <cp:lastModifiedBy>旭辉 李</cp:lastModifiedBy>
  <cp:revision>14</cp:revision>
  <dcterms:created xsi:type="dcterms:W3CDTF">2023-05-19T05:12:53Z</dcterms:created>
  <dcterms:modified xsi:type="dcterms:W3CDTF">2023-12-27T04:30:27Z</dcterms:modified>
</cp:coreProperties>
</file>